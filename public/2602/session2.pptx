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rts/chart2.xml" ContentType="application/vnd.openxmlformats-officedocument.drawingml.chart+xml"/>
  <Override PartName="/ppt/drawings/drawing1.xml" ContentType="application/vnd.openxmlformats-officedocument.drawingml.chartshapes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3" r:id="rId1"/>
  </p:sldMasterIdLst>
  <p:notesMasterIdLst>
    <p:notesMasterId r:id="rId27"/>
  </p:notesMasterIdLst>
  <p:sldIdLst>
    <p:sldId id="256" r:id="rId2"/>
    <p:sldId id="258" r:id="rId3"/>
    <p:sldId id="259" r:id="rId4"/>
    <p:sldId id="278" r:id="rId5"/>
    <p:sldId id="260" r:id="rId6"/>
    <p:sldId id="261" r:id="rId7"/>
    <p:sldId id="262" r:id="rId8"/>
    <p:sldId id="263" r:id="rId9"/>
    <p:sldId id="279" r:id="rId10"/>
    <p:sldId id="264" r:id="rId11"/>
    <p:sldId id="265" r:id="rId12"/>
    <p:sldId id="267" r:id="rId13"/>
    <p:sldId id="268" r:id="rId14"/>
    <p:sldId id="271" r:id="rId15"/>
    <p:sldId id="280" r:id="rId16"/>
    <p:sldId id="269" r:id="rId17"/>
    <p:sldId id="272" r:id="rId18"/>
    <p:sldId id="273" r:id="rId19"/>
    <p:sldId id="274" r:id="rId20"/>
    <p:sldId id="281" r:id="rId21"/>
    <p:sldId id="270" r:id="rId22"/>
    <p:sldId id="276" r:id="rId23"/>
    <p:sldId id="277" r:id="rId24"/>
    <p:sldId id="282" r:id="rId25"/>
    <p:sldId id="283" r:id="rId2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9693108-A009-43C0-B817-D26636440BC8}" v="857" dt="2026-02-26T13:02:32.57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42" d="100"/>
          <a:sy n="142" d="100"/>
        </p:scale>
        <p:origin x="978" y="3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2" Type="http://schemas.openxmlformats.org/officeDocument/2006/relationships/chartUserShapes" Target="../drawings/drawing1.xml"/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사용률</c:v>
                </c:pt>
              </c:strCache>
            </c:strRef>
          </c:tx>
          <c:spPr>
            <a:solidFill>
              <a:srgbClr val="2563EB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0-9C7F-3A4C-95B1-FE7729535744}"/>
              </c:ext>
            </c:extLst>
          </c:dPt>
          <c:dPt>
            <c:idx val="1"/>
            <c:invertIfNegative val="0"/>
            <c:bubble3D val="0"/>
            <c:spPr>
              <a:solidFill>
                <a:srgbClr val="0EA5E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2-9C7F-3A4C-95B1-FE7729535744}"/>
              </c:ext>
            </c:extLst>
          </c:dPt>
          <c:dPt>
            <c:idx val="2"/>
            <c:invertIfNegative val="0"/>
            <c:bubble3D val="0"/>
            <c:spPr>
              <a:solidFill>
                <a:srgbClr val="7C3AE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4-9C7F-3A4C-95B1-FE7729535744}"/>
              </c:ext>
            </c:extLst>
          </c:dPt>
          <c:dPt>
            <c:idx val="3"/>
            <c:invertIfNegative val="0"/>
            <c:bubble3D val="0"/>
            <c:spPr>
              <a:solidFill>
                <a:srgbClr val="94A3B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6-9C7F-3A4C-95B1-FE7729535744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ChatGPT</c:v>
                </c:pt>
                <c:pt idx="1">
                  <c:v>GitHub Copilot</c:v>
                </c:pt>
                <c:pt idx="2">
                  <c:v>Codeium</c:v>
                </c:pt>
                <c:pt idx="3">
                  <c:v>Others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83</c:v>
                </c:pt>
                <c:pt idx="1">
                  <c:v>56</c:v>
                </c:pt>
                <c:pt idx="2">
                  <c:v>12</c:v>
                </c:pt>
                <c:pt idx="3">
                  <c:v>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9C7F-3A4C-95B1-FE772953574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채택률 (%)</c:v>
                </c:pt>
              </c:strCache>
            </c:strRef>
          </c:tx>
          <c:spPr>
            <a:solidFill>
              <a:srgbClr val="059669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70</c:v>
                </c:pt>
                <c:pt idx="1">
                  <c:v>76</c:v>
                </c:pt>
                <c:pt idx="2">
                  <c:v>84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557-864A-A7A6-92E82E5AE8F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신뢰도 (%)</c:v>
                </c:pt>
              </c:strCache>
            </c:strRef>
          </c:tx>
          <c:spPr>
            <a:solidFill>
              <a:srgbClr val="DC2626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40</c:v>
                </c:pt>
                <c:pt idx="1">
                  <c:v>40</c:v>
                </c:pt>
                <c:pt idx="2">
                  <c:v>29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557-864A-A7A6-92E82E5AE8F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  <c:userShapes r:id="rId2"/>
</c:chartSpace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7" Type="http://schemas.openxmlformats.org/officeDocument/2006/relationships/image" Target="../media/image27.svg"/><Relationship Id="rId2" Type="http://schemas.openxmlformats.org/officeDocument/2006/relationships/image" Target="../media/image22.png"/><Relationship Id="rId1" Type="http://schemas.openxmlformats.org/officeDocument/2006/relationships/hyperlink" Target="mailto:agomdole@gmail.com" TargetMode="External"/><Relationship Id="rId6" Type="http://schemas.openxmlformats.org/officeDocument/2006/relationships/image" Target="../media/image26.png"/><Relationship Id="rId5" Type="http://schemas.openxmlformats.org/officeDocument/2006/relationships/image" Target="../media/image25.svg"/><Relationship Id="rId4" Type="http://schemas.openxmlformats.org/officeDocument/2006/relationships/image" Target="../media/image24.pn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7" Type="http://schemas.openxmlformats.org/officeDocument/2006/relationships/image" Target="../media/image27.svg"/><Relationship Id="rId2" Type="http://schemas.openxmlformats.org/officeDocument/2006/relationships/image" Target="../media/image23.svg"/><Relationship Id="rId1" Type="http://schemas.openxmlformats.org/officeDocument/2006/relationships/image" Target="../media/image22.png"/><Relationship Id="rId6" Type="http://schemas.openxmlformats.org/officeDocument/2006/relationships/image" Target="../media/image26.png"/><Relationship Id="rId5" Type="http://schemas.openxmlformats.org/officeDocument/2006/relationships/hyperlink" Target="mailto:agomdole@gmail.com" TargetMode="External"/><Relationship Id="rId4" Type="http://schemas.openxmlformats.org/officeDocument/2006/relationships/image" Target="../media/image2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B37CE41-6AFB-4C73-AE10-EB0B128DF1A6}" type="doc">
      <dgm:prSet loTypeId="urn:microsoft.com/office/officeart/2008/layout/LinedList" loCatId="list" qsTypeId="urn:microsoft.com/office/officeart/2005/8/quickstyle/simple1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236A3B4A-5E7A-4229-B128-B74584F6A871}">
      <dgm:prSet/>
      <dgm:spPr/>
      <dgm:t>
        <a:bodyPr/>
        <a:lstStyle/>
        <a:p>
          <a:r>
            <a:rPr lang="ko-KR"/>
            <a:t>요구사항 </a:t>
          </a:r>
          <a:r>
            <a:rPr lang="en-US"/>
            <a:t>–</a:t>
          </a:r>
          <a:r>
            <a:rPr lang="ko-KR"/>
            <a:t> 무엇을 만들어야 하는지</a:t>
          </a:r>
          <a:endParaRPr lang="en-US"/>
        </a:p>
      </dgm:t>
    </dgm:pt>
    <dgm:pt modelId="{8998835C-2BB6-4BCA-BBFF-6E8C3512B39A}" type="parTrans" cxnId="{229914E4-692F-42B2-A15D-7C64DB0701D4}">
      <dgm:prSet/>
      <dgm:spPr/>
      <dgm:t>
        <a:bodyPr/>
        <a:lstStyle/>
        <a:p>
          <a:endParaRPr lang="en-US"/>
        </a:p>
      </dgm:t>
    </dgm:pt>
    <dgm:pt modelId="{D572A3EE-751D-4F18-9857-6374273534B1}" type="sibTrans" cxnId="{229914E4-692F-42B2-A15D-7C64DB0701D4}">
      <dgm:prSet/>
      <dgm:spPr/>
      <dgm:t>
        <a:bodyPr/>
        <a:lstStyle/>
        <a:p>
          <a:endParaRPr lang="en-US"/>
        </a:p>
      </dgm:t>
    </dgm:pt>
    <dgm:pt modelId="{C89370D5-8491-4FFF-8339-2C4290E988EE}">
      <dgm:prSet/>
      <dgm:spPr/>
      <dgm:t>
        <a:bodyPr/>
        <a:lstStyle/>
        <a:p>
          <a:r>
            <a:rPr lang="ko-KR"/>
            <a:t>제약사항 </a:t>
          </a:r>
          <a:r>
            <a:rPr lang="en-US"/>
            <a:t>–</a:t>
          </a:r>
          <a:r>
            <a:rPr lang="ko-KR"/>
            <a:t> 무엇을 하면 안되는지</a:t>
          </a:r>
          <a:endParaRPr lang="en-US"/>
        </a:p>
      </dgm:t>
    </dgm:pt>
    <dgm:pt modelId="{6460F1D1-957A-4531-B2FF-8F7A64B282A7}" type="parTrans" cxnId="{F1FA61D8-94E6-4279-A6F0-BAFE51DD40F5}">
      <dgm:prSet/>
      <dgm:spPr/>
      <dgm:t>
        <a:bodyPr/>
        <a:lstStyle/>
        <a:p>
          <a:endParaRPr lang="en-US"/>
        </a:p>
      </dgm:t>
    </dgm:pt>
    <dgm:pt modelId="{E0C1F1C5-265F-47AA-9B00-FB98911F51D9}" type="sibTrans" cxnId="{F1FA61D8-94E6-4279-A6F0-BAFE51DD40F5}">
      <dgm:prSet/>
      <dgm:spPr/>
      <dgm:t>
        <a:bodyPr/>
        <a:lstStyle/>
        <a:p>
          <a:endParaRPr lang="en-US"/>
        </a:p>
      </dgm:t>
    </dgm:pt>
    <dgm:pt modelId="{19C3D57C-5D50-42D7-A6AB-DBE3A6DD9283}">
      <dgm:prSet/>
      <dgm:spPr/>
      <dgm:t>
        <a:bodyPr/>
        <a:lstStyle/>
        <a:p>
          <a:r>
            <a:rPr lang="ko-KR"/>
            <a:t>출력형식 </a:t>
          </a:r>
          <a:r>
            <a:rPr lang="en-US"/>
            <a:t>–</a:t>
          </a:r>
          <a:r>
            <a:rPr lang="ko-KR"/>
            <a:t> 어떤 형태</a:t>
          </a:r>
          <a:r>
            <a:rPr lang="en-US"/>
            <a:t>(</a:t>
          </a:r>
          <a:r>
            <a:rPr lang="ko-KR"/>
            <a:t>패턴</a:t>
          </a:r>
          <a:r>
            <a:rPr lang="en-US"/>
            <a:t>)</a:t>
          </a:r>
          <a:r>
            <a:rPr lang="ko-KR"/>
            <a:t>으로 결과를 내어야 하는가</a:t>
          </a:r>
          <a:endParaRPr lang="en-US"/>
        </a:p>
      </dgm:t>
    </dgm:pt>
    <dgm:pt modelId="{3D525072-9460-4EC9-818E-4A27B145E3F6}" type="parTrans" cxnId="{01AA1288-CDE6-4BCD-8F80-0CE3944F4E3A}">
      <dgm:prSet/>
      <dgm:spPr/>
      <dgm:t>
        <a:bodyPr/>
        <a:lstStyle/>
        <a:p>
          <a:endParaRPr lang="en-US"/>
        </a:p>
      </dgm:t>
    </dgm:pt>
    <dgm:pt modelId="{2A28C8F2-2DF3-4C83-8E89-DB756B8AFE89}" type="sibTrans" cxnId="{01AA1288-CDE6-4BCD-8F80-0CE3944F4E3A}">
      <dgm:prSet/>
      <dgm:spPr/>
      <dgm:t>
        <a:bodyPr/>
        <a:lstStyle/>
        <a:p>
          <a:endParaRPr lang="en-US"/>
        </a:p>
      </dgm:t>
    </dgm:pt>
    <dgm:pt modelId="{D3358FF3-7207-4EFD-8941-C8601B56C9EA}">
      <dgm:prSet/>
      <dgm:spPr/>
      <dgm:t>
        <a:bodyPr/>
        <a:lstStyle/>
        <a:p>
          <a:r>
            <a:rPr lang="ko-KR"/>
            <a:t>예시코드 </a:t>
          </a:r>
          <a:r>
            <a:rPr lang="en-US"/>
            <a:t>–</a:t>
          </a:r>
          <a:r>
            <a:rPr lang="ko-KR"/>
            <a:t> </a:t>
          </a:r>
          <a:r>
            <a:rPr lang="en-US"/>
            <a:t>BestCase </a:t>
          </a:r>
          <a:r>
            <a:rPr lang="ko-KR"/>
            <a:t>레퍼런스</a:t>
          </a:r>
          <a:endParaRPr lang="en-US"/>
        </a:p>
      </dgm:t>
    </dgm:pt>
    <dgm:pt modelId="{0DF0B68C-68D1-4651-B747-456101EAD7CA}" type="parTrans" cxnId="{4212CA04-C738-4B40-88A8-7A6E6626003E}">
      <dgm:prSet/>
      <dgm:spPr/>
      <dgm:t>
        <a:bodyPr/>
        <a:lstStyle/>
        <a:p>
          <a:endParaRPr lang="en-US"/>
        </a:p>
      </dgm:t>
    </dgm:pt>
    <dgm:pt modelId="{6575797B-FDDF-4BBB-9BAD-8F7306E7C8B2}" type="sibTrans" cxnId="{4212CA04-C738-4B40-88A8-7A6E6626003E}">
      <dgm:prSet/>
      <dgm:spPr/>
      <dgm:t>
        <a:bodyPr/>
        <a:lstStyle/>
        <a:p>
          <a:endParaRPr lang="en-US"/>
        </a:p>
      </dgm:t>
    </dgm:pt>
    <dgm:pt modelId="{A7B9B853-3B27-674A-982A-6C0DFF3BD324}" type="pres">
      <dgm:prSet presAssocID="{7B37CE41-6AFB-4C73-AE10-EB0B128DF1A6}" presName="vert0" presStyleCnt="0">
        <dgm:presLayoutVars>
          <dgm:dir/>
          <dgm:animOne val="branch"/>
          <dgm:animLvl val="lvl"/>
        </dgm:presLayoutVars>
      </dgm:prSet>
      <dgm:spPr/>
    </dgm:pt>
    <dgm:pt modelId="{E2BDCAA1-F293-3C47-AE33-3FFE867E5CD5}" type="pres">
      <dgm:prSet presAssocID="{236A3B4A-5E7A-4229-B128-B74584F6A871}" presName="thickLine" presStyleLbl="alignNode1" presStyleIdx="0" presStyleCnt="4"/>
      <dgm:spPr/>
    </dgm:pt>
    <dgm:pt modelId="{CABD82C2-65D9-0943-90D2-02264BA339EA}" type="pres">
      <dgm:prSet presAssocID="{236A3B4A-5E7A-4229-B128-B74584F6A871}" presName="horz1" presStyleCnt="0"/>
      <dgm:spPr/>
    </dgm:pt>
    <dgm:pt modelId="{39BF46D4-769B-0444-823E-BA9D96823B43}" type="pres">
      <dgm:prSet presAssocID="{236A3B4A-5E7A-4229-B128-B74584F6A871}" presName="tx1" presStyleLbl="revTx" presStyleIdx="0" presStyleCnt="4"/>
      <dgm:spPr/>
    </dgm:pt>
    <dgm:pt modelId="{D55FA46B-5DBF-3B49-B003-A60EB4BD5644}" type="pres">
      <dgm:prSet presAssocID="{236A3B4A-5E7A-4229-B128-B74584F6A871}" presName="vert1" presStyleCnt="0"/>
      <dgm:spPr/>
    </dgm:pt>
    <dgm:pt modelId="{E2CFA05D-550A-374A-A53E-25A60FD672C8}" type="pres">
      <dgm:prSet presAssocID="{C89370D5-8491-4FFF-8339-2C4290E988EE}" presName="thickLine" presStyleLbl="alignNode1" presStyleIdx="1" presStyleCnt="4"/>
      <dgm:spPr/>
    </dgm:pt>
    <dgm:pt modelId="{FB98A8B2-F1AE-1A40-8CEB-8E9B7AF56EED}" type="pres">
      <dgm:prSet presAssocID="{C89370D5-8491-4FFF-8339-2C4290E988EE}" presName="horz1" presStyleCnt="0"/>
      <dgm:spPr/>
    </dgm:pt>
    <dgm:pt modelId="{2E8CC67C-B1FB-964D-8DB7-5442423A6257}" type="pres">
      <dgm:prSet presAssocID="{C89370D5-8491-4FFF-8339-2C4290E988EE}" presName="tx1" presStyleLbl="revTx" presStyleIdx="1" presStyleCnt="4"/>
      <dgm:spPr/>
    </dgm:pt>
    <dgm:pt modelId="{EEB284EC-B617-B745-B612-A13387965649}" type="pres">
      <dgm:prSet presAssocID="{C89370D5-8491-4FFF-8339-2C4290E988EE}" presName="vert1" presStyleCnt="0"/>
      <dgm:spPr/>
    </dgm:pt>
    <dgm:pt modelId="{B338BD58-71F9-2C49-9B8D-EDB886C87400}" type="pres">
      <dgm:prSet presAssocID="{19C3D57C-5D50-42D7-A6AB-DBE3A6DD9283}" presName="thickLine" presStyleLbl="alignNode1" presStyleIdx="2" presStyleCnt="4"/>
      <dgm:spPr/>
    </dgm:pt>
    <dgm:pt modelId="{5212BE92-3FCA-8542-811F-562E0B283DD9}" type="pres">
      <dgm:prSet presAssocID="{19C3D57C-5D50-42D7-A6AB-DBE3A6DD9283}" presName="horz1" presStyleCnt="0"/>
      <dgm:spPr/>
    </dgm:pt>
    <dgm:pt modelId="{992BDA6F-086A-4543-B65D-855BE2C2867E}" type="pres">
      <dgm:prSet presAssocID="{19C3D57C-5D50-42D7-A6AB-DBE3A6DD9283}" presName="tx1" presStyleLbl="revTx" presStyleIdx="2" presStyleCnt="4"/>
      <dgm:spPr/>
    </dgm:pt>
    <dgm:pt modelId="{DAB1EAA2-7C55-F245-82CD-C6159A960F34}" type="pres">
      <dgm:prSet presAssocID="{19C3D57C-5D50-42D7-A6AB-DBE3A6DD9283}" presName="vert1" presStyleCnt="0"/>
      <dgm:spPr/>
    </dgm:pt>
    <dgm:pt modelId="{27513E3C-E31F-E446-AB09-B426C52EAE91}" type="pres">
      <dgm:prSet presAssocID="{D3358FF3-7207-4EFD-8941-C8601B56C9EA}" presName="thickLine" presStyleLbl="alignNode1" presStyleIdx="3" presStyleCnt="4"/>
      <dgm:spPr/>
    </dgm:pt>
    <dgm:pt modelId="{65B846A5-B2FC-A544-B8E2-5F5CE4FCD3A0}" type="pres">
      <dgm:prSet presAssocID="{D3358FF3-7207-4EFD-8941-C8601B56C9EA}" presName="horz1" presStyleCnt="0"/>
      <dgm:spPr/>
    </dgm:pt>
    <dgm:pt modelId="{DA015C29-8392-4543-B40F-DD20FB9F8423}" type="pres">
      <dgm:prSet presAssocID="{D3358FF3-7207-4EFD-8941-C8601B56C9EA}" presName="tx1" presStyleLbl="revTx" presStyleIdx="3" presStyleCnt="4"/>
      <dgm:spPr/>
    </dgm:pt>
    <dgm:pt modelId="{AA9ACEF5-2BA8-464A-AAF3-1F60843EF249}" type="pres">
      <dgm:prSet presAssocID="{D3358FF3-7207-4EFD-8941-C8601B56C9EA}" presName="vert1" presStyleCnt="0"/>
      <dgm:spPr/>
    </dgm:pt>
  </dgm:ptLst>
  <dgm:cxnLst>
    <dgm:cxn modelId="{4212CA04-C738-4B40-88A8-7A6E6626003E}" srcId="{7B37CE41-6AFB-4C73-AE10-EB0B128DF1A6}" destId="{D3358FF3-7207-4EFD-8941-C8601B56C9EA}" srcOrd="3" destOrd="0" parTransId="{0DF0B68C-68D1-4651-B747-456101EAD7CA}" sibTransId="{6575797B-FDDF-4BBB-9BAD-8F7306E7C8B2}"/>
    <dgm:cxn modelId="{678A2023-6C14-5045-9537-026127BCE243}" type="presOf" srcId="{D3358FF3-7207-4EFD-8941-C8601B56C9EA}" destId="{DA015C29-8392-4543-B40F-DD20FB9F8423}" srcOrd="0" destOrd="0" presId="urn:microsoft.com/office/officeart/2008/layout/LinedList"/>
    <dgm:cxn modelId="{8C997446-3ADD-B24A-A303-52E5E48788C5}" type="presOf" srcId="{19C3D57C-5D50-42D7-A6AB-DBE3A6DD9283}" destId="{992BDA6F-086A-4543-B65D-855BE2C2867E}" srcOrd="0" destOrd="0" presId="urn:microsoft.com/office/officeart/2008/layout/LinedList"/>
    <dgm:cxn modelId="{8B6E0858-510D-6643-9097-A94B3BB056DA}" type="presOf" srcId="{7B37CE41-6AFB-4C73-AE10-EB0B128DF1A6}" destId="{A7B9B853-3B27-674A-982A-6C0DFF3BD324}" srcOrd="0" destOrd="0" presId="urn:microsoft.com/office/officeart/2008/layout/LinedList"/>
    <dgm:cxn modelId="{07CE9B5A-9A4D-E249-83A9-94DBD8BD008C}" type="presOf" srcId="{C89370D5-8491-4FFF-8339-2C4290E988EE}" destId="{2E8CC67C-B1FB-964D-8DB7-5442423A6257}" srcOrd="0" destOrd="0" presId="urn:microsoft.com/office/officeart/2008/layout/LinedList"/>
    <dgm:cxn modelId="{01AA1288-CDE6-4BCD-8F80-0CE3944F4E3A}" srcId="{7B37CE41-6AFB-4C73-AE10-EB0B128DF1A6}" destId="{19C3D57C-5D50-42D7-A6AB-DBE3A6DD9283}" srcOrd="2" destOrd="0" parTransId="{3D525072-9460-4EC9-818E-4A27B145E3F6}" sibTransId="{2A28C8F2-2DF3-4C83-8E89-DB756B8AFE89}"/>
    <dgm:cxn modelId="{78D7F9BF-9668-E046-8F31-A766C75E5242}" type="presOf" srcId="{236A3B4A-5E7A-4229-B128-B74584F6A871}" destId="{39BF46D4-769B-0444-823E-BA9D96823B43}" srcOrd="0" destOrd="0" presId="urn:microsoft.com/office/officeart/2008/layout/LinedList"/>
    <dgm:cxn modelId="{F1FA61D8-94E6-4279-A6F0-BAFE51DD40F5}" srcId="{7B37CE41-6AFB-4C73-AE10-EB0B128DF1A6}" destId="{C89370D5-8491-4FFF-8339-2C4290E988EE}" srcOrd="1" destOrd="0" parTransId="{6460F1D1-957A-4531-B2FF-8F7A64B282A7}" sibTransId="{E0C1F1C5-265F-47AA-9B00-FB98911F51D9}"/>
    <dgm:cxn modelId="{229914E4-692F-42B2-A15D-7C64DB0701D4}" srcId="{7B37CE41-6AFB-4C73-AE10-EB0B128DF1A6}" destId="{236A3B4A-5E7A-4229-B128-B74584F6A871}" srcOrd="0" destOrd="0" parTransId="{8998835C-2BB6-4BCA-BBFF-6E8C3512B39A}" sibTransId="{D572A3EE-751D-4F18-9857-6374273534B1}"/>
    <dgm:cxn modelId="{7F263D82-3883-7541-A513-1284843E999E}" type="presParOf" srcId="{A7B9B853-3B27-674A-982A-6C0DFF3BD324}" destId="{E2BDCAA1-F293-3C47-AE33-3FFE867E5CD5}" srcOrd="0" destOrd="0" presId="urn:microsoft.com/office/officeart/2008/layout/LinedList"/>
    <dgm:cxn modelId="{21C1ADEB-BEC5-A040-80B4-D0EC291F30A2}" type="presParOf" srcId="{A7B9B853-3B27-674A-982A-6C0DFF3BD324}" destId="{CABD82C2-65D9-0943-90D2-02264BA339EA}" srcOrd="1" destOrd="0" presId="urn:microsoft.com/office/officeart/2008/layout/LinedList"/>
    <dgm:cxn modelId="{E298108C-51F0-834F-899D-D3963546C6AA}" type="presParOf" srcId="{CABD82C2-65D9-0943-90D2-02264BA339EA}" destId="{39BF46D4-769B-0444-823E-BA9D96823B43}" srcOrd="0" destOrd="0" presId="urn:microsoft.com/office/officeart/2008/layout/LinedList"/>
    <dgm:cxn modelId="{8EB77B23-BA57-E443-B896-03B59901FE36}" type="presParOf" srcId="{CABD82C2-65D9-0943-90D2-02264BA339EA}" destId="{D55FA46B-5DBF-3B49-B003-A60EB4BD5644}" srcOrd="1" destOrd="0" presId="urn:microsoft.com/office/officeart/2008/layout/LinedList"/>
    <dgm:cxn modelId="{F7267AD3-3F8C-B244-945C-9D61853FE92B}" type="presParOf" srcId="{A7B9B853-3B27-674A-982A-6C0DFF3BD324}" destId="{E2CFA05D-550A-374A-A53E-25A60FD672C8}" srcOrd="2" destOrd="0" presId="urn:microsoft.com/office/officeart/2008/layout/LinedList"/>
    <dgm:cxn modelId="{6925227B-3F44-A840-AED1-0B9E0AA468E1}" type="presParOf" srcId="{A7B9B853-3B27-674A-982A-6C0DFF3BD324}" destId="{FB98A8B2-F1AE-1A40-8CEB-8E9B7AF56EED}" srcOrd="3" destOrd="0" presId="urn:microsoft.com/office/officeart/2008/layout/LinedList"/>
    <dgm:cxn modelId="{794475DE-1FF2-5346-B435-8CB951DAC7A7}" type="presParOf" srcId="{FB98A8B2-F1AE-1A40-8CEB-8E9B7AF56EED}" destId="{2E8CC67C-B1FB-964D-8DB7-5442423A6257}" srcOrd="0" destOrd="0" presId="urn:microsoft.com/office/officeart/2008/layout/LinedList"/>
    <dgm:cxn modelId="{8B72E5DE-DEE3-EE42-801F-C267C473C879}" type="presParOf" srcId="{FB98A8B2-F1AE-1A40-8CEB-8E9B7AF56EED}" destId="{EEB284EC-B617-B745-B612-A13387965649}" srcOrd="1" destOrd="0" presId="urn:microsoft.com/office/officeart/2008/layout/LinedList"/>
    <dgm:cxn modelId="{C2BACD8C-9652-5246-A7AB-0DD81E6969F6}" type="presParOf" srcId="{A7B9B853-3B27-674A-982A-6C0DFF3BD324}" destId="{B338BD58-71F9-2C49-9B8D-EDB886C87400}" srcOrd="4" destOrd="0" presId="urn:microsoft.com/office/officeart/2008/layout/LinedList"/>
    <dgm:cxn modelId="{B249F106-BF54-934B-B69E-1392A156C8CF}" type="presParOf" srcId="{A7B9B853-3B27-674A-982A-6C0DFF3BD324}" destId="{5212BE92-3FCA-8542-811F-562E0B283DD9}" srcOrd="5" destOrd="0" presId="urn:microsoft.com/office/officeart/2008/layout/LinedList"/>
    <dgm:cxn modelId="{049541DF-4311-1746-958C-11D445B729CD}" type="presParOf" srcId="{5212BE92-3FCA-8542-811F-562E0B283DD9}" destId="{992BDA6F-086A-4543-B65D-855BE2C2867E}" srcOrd="0" destOrd="0" presId="urn:microsoft.com/office/officeart/2008/layout/LinedList"/>
    <dgm:cxn modelId="{014142F0-C5D0-9645-8DE8-B5169E5FA62B}" type="presParOf" srcId="{5212BE92-3FCA-8542-811F-562E0B283DD9}" destId="{DAB1EAA2-7C55-F245-82CD-C6159A960F34}" srcOrd="1" destOrd="0" presId="urn:microsoft.com/office/officeart/2008/layout/LinedList"/>
    <dgm:cxn modelId="{BF7AC1F3-ADEA-9145-8004-F55F7A013E92}" type="presParOf" srcId="{A7B9B853-3B27-674A-982A-6C0DFF3BD324}" destId="{27513E3C-E31F-E446-AB09-B426C52EAE91}" srcOrd="6" destOrd="0" presId="urn:microsoft.com/office/officeart/2008/layout/LinedList"/>
    <dgm:cxn modelId="{88AC4B84-59B7-E94C-A496-E461CAF4DA8B}" type="presParOf" srcId="{A7B9B853-3B27-674A-982A-6C0DFF3BD324}" destId="{65B846A5-B2FC-A544-B8E2-5F5CE4FCD3A0}" srcOrd="7" destOrd="0" presId="urn:microsoft.com/office/officeart/2008/layout/LinedList"/>
    <dgm:cxn modelId="{42F4D21B-F513-0F46-BE05-3735C021081B}" type="presParOf" srcId="{65B846A5-B2FC-A544-B8E2-5F5CE4FCD3A0}" destId="{DA015C29-8392-4543-B40F-DD20FB9F8423}" srcOrd="0" destOrd="0" presId="urn:microsoft.com/office/officeart/2008/layout/LinedList"/>
    <dgm:cxn modelId="{F821C83C-2EE0-AC43-8C71-197D9FCC718B}" type="presParOf" srcId="{65B846A5-B2FC-A544-B8E2-5F5CE4FCD3A0}" destId="{AA9ACEF5-2BA8-464A-AAF3-1F60843EF249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6557009-8705-4224-B7B5-0B5E5319B3BD}" type="doc">
      <dgm:prSet loTypeId="urn:microsoft.com/office/officeart/2005/8/layout/hList1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931E7D17-A0C5-441F-BFF7-1A4226A23CF4}">
      <dgm:prSet/>
      <dgm:spPr/>
      <dgm:t>
        <a:bodyPr/>
        <a:lstStyle/>
        <a:p>
          <a:r>
            <a:rPr lang="en-US"/>
            <a:t>AS IS</a:t>
          </a:r>
        </a:p>
      </dgm:t>
    </dgm:pt>
    <dgm:pt modelId="{F8BDABC6-2F8D-45B5-935A-57F4B1EBB7AB}" type="parTrans" cxnId="{906263CF-AE70-4DE0-9AFF-1AD65AD15F40}">
      <dgm:prSet/>
      <dgm:spPr/>
      <dgm:t>
        <a:bodyPr/>
        <a:lstStyle/>
        <a:p>
          <a:endParaRPr lang="en-US"/>
        </a:p>
      </dgm:t>
    </dgm:pt>
    <dgm:pt modelId="{F7E73E48-717B-4507-A7E0-0C08EF67556B}" type="sibTrans" cxnId="{906263CF-AE70-4DE0-9AFF-1AD65AD15F40}">
      <dgm:prSet/>
      <dgm:spPr/>
      <dgm:t>
        <a:bodyPr/>
        <a:lstStyle/>
        <a:p>
          <a:endParaRPr lang="en-US"/>
        </a:p>
      </dgm:t>
    </dgm:pt>
    <dgm:pt modelId="{7AFE8D63-272A-4343-913A-6E3C8C801E18}">
      <dgm:prSet/>
      <dgm:spPr/>
      <dgm:t>
        <a:bodyPr/>
        <a:lstStyle/>
        <a:p>
          <a:r>
            <a:rPr lang="ko-KR"/>
            <a:t>이 컨벤션으로 작성해줘</a:t>
          </a:r>
          <a:endParaRPr lang="en-US"/>
        </a:p>
      </dgm:t>
    </dgm:pt>
    <dgm:pt modelId="{5EB2BDF5-1421-444C-8D3E-6E9248030C53}" type="parTrans" cxnId="{5EB5211C-75D0-4D3B-B627-E60F579C7C4D}">
      <dgm:prSet/>
      <dgm:spPr/>
      <dgm:t>
        <a:bodyPr/>
        <a:lstStyle/>
        <a:p>
          <a:endParaRPr lang="en-US"/>
        </a:p>
      </dgm:t>
    </dgm:pt>
    <dgm:pt modelId="{B2F49B49-BBE1-4868-B560-6C22AAEE9432}" type="sibTrans" cxnId="{5EB5211C-75D0-4D3B-B627-E60F579C7C4D}">
      <dgm:prSet/>
      <dgm:spPr/>
      <dgm:t>
        <a:bodyPr/>
        <a:lstStyle/>
        <a:p>
          <a:endParaRPr lang="en-US"/>
        </a:p>
      </dgm:t>
    </dgm:pt>
    <dgm:pt modelId="{580F1E2B-324C-4E01-ABDF-B11162578209}">
      <dgm:prSet/>
      <dgm:spPr/>
      <dgm:t>
        <a:bodyPr/>
        <a:lstStyle/>
        <a:p>
          <a:r>
            <a:rPr lang="ko-KR"/>
            <a:t>이 형식을 참고해서 구조를 작성해줘</a:t>
          </a:r>
          <a:endParaRPr lang="en-US"/>
        </a:p>
      </dgm:t>
    </dgm:pt>
    <dgm:pt modelId="{F7D00F97-7D59-4330-9A5B-BA9DC72D8F97}" type="parTrans" cxnId="{13E1039E-27C1-4BB4-B7BD-4EB9B387825E}">
      <dgm:prSet/>
      <dgm:spPr/>
      <dgm:t>
        <a:bodyPr/>
        <a:lstStyle/>
        <a:p>
          <a:endParaRPr lang="en-US"/>
        </a:p>
      </dgm:t>
    </dgm:pt>
    <dgm:pt modelId="{530A040F-8A1F-4B1B-BC0B-47694DB9BF80}" type="sibTrans" cxnId="{13E1039E-27C1-4BB4-B7BD-4EB9B387825E}">
      <dgm:prSet/>
      <dgm:spPr/>
      <dgm:t>
        <a:bodyPr/>
        <a:lstStyle/>
        <a:p>
          <a:endParaRPr lang="en-US"/>
        </a:p>
      </dgm:t>
    </dgm:pt>
    <dgm:pt modelId="{CC4F953A-A263-4A49-8643-9838CF616A43}">
      <dgm:prSet/>
      <dgm:spPr/>
      <dgm:t>
        <a:bodyPr/>
        <a:lstStyle/>
        <a:p>
          <a:r>
            <a:rPr lang="ko-KR"/>
            <a:t>이렇게는 하면 안돼</a:t>
          </a:r>
          <a:endParaRPr lang="en-US"/>
        </a:p>
      </dgm:t>
    </dgm:pt>
    <dgm:pt modelId="{1ECF4BA0-38B7-40D1-9AE9-92F5B8762B4F}" type="parTrans" cxnId="{B2CD1143-11F9-4C72-B43F-0A5F74735C72}">
      <dgm:prSet/>
      <dgm:spPr/>
      <dgm:t>
        <a:bodyPr/>
        <a:lstStyle/>
        <a:p>
          <a:endParaRPr lang="en-US"/>
        </a:p>
      </dgm:t>
    </dgm:pt>
    <dgm:pt modelId="{C9E94388-6369-4B08-93F1-77CBBD7CA692}" type="sibTrans" cxnId="{B2CD1143-11F9-4C72-B43F-0A5F74735C72}">
      <dgm:prSet/>
      <dgm:spPr/>
      <dgm:t>
        <a:bodyPr/>
        <a:lstStyle/>
        <a:p>
          <a:endParaRPr lang="en-US"/>
        </a:p>
      </dgm:t>
    </dgm:pt>
    <dgm:pt modelId="{3A416A7E-767E-4F42-981E-7A48BC492CBA}">
      <dgm:prSet/>
      <dgm:spPr/>
      <dgm:t>
        <a:bodyPr/>
        <a:lstStyle/>
        <a:p>
          <a:r>
            <a:rPr lang="en-US"/>
            <a:t>TO-BE</a:t>
          </a:r>
        </a:p>
      </dgm:t>
    </dgm:pt>
    <dgm:pt modelId="{A47075F5-9E3F-4239-BA3B-C711E9321E40}" type="parTrans" cxnId="{F3162208-626E-44D4-8F4B-5FE6FCC86C28}">
      <dgm:prSet/>
      <dgm:spPr/>
      <dgm:t>
        <a:bodyPr/>
        <a:lstStyle/>
        <a:p>
          <a:endParaRPr lang="en-US"/>
        </a:p>
      </dgm:t>
    </dgm:pt>
    <dgm:pt modelId="{2C4EAADF-AB8D-45EC-A350-6104AB759C41}" type="sibTrans" cxnId="{F3162208-626E-44D4-8F4B-5FE6FCC86C28}">
      <dgm:prSet/>
      <dgm:spPr/>
      <dgm:t>
        <a:bodyPr/>
        <a:lstStyle/>
        <a:p>
          <a:endParaRPr lang="en-US"/>
        </a:p>
      </dgm:t>
    </dgm:pt>
    <dgm:pt modelId="{7EBFD405-D0B5-41CC-96CE-3BA76909870A}">
      <dgm:prSet/>
      <dgm:spPr/>
      <dgm:t>
        <a:bodyPr/>
        <a:lstStyle/>
        <a:p>
          <a:r>
            <a:rPr lang="ko-KR"/>
            <a:t>이 </a:t>
          </a:r>
          <a:r>
            <a:rPr lang="ko-KR" err="1"/>
            <a:t>유즈케이스를</a:t>
          </a:r>
          <a:r>
            <a:rPr lang="ko-KR"/>
            <a:t> 만족할 수 있어야 해</a:t>
          </a:r>
          <a:endParaRPr lang="en-US"/>
        </a:p>
      </dgm:t>
    </dgm:pt>
    <dgm:pt modelId="{7790DE14-A243-46A5-8F72-DFEA59506AE9}" type="parTrans" cxnId="{DD5E9AAB-5AE5-450D-B9C8-8EFFEF35A59D}">
      <dgm:prSet/>
      <dgm:spPr/>
      <dgm:t>
        <a:bodyPr/>
        <a:lstStyle/>
        <a:p>
          <a:endParaRPr lang="en-US"/>
        </a:p>
      </dgm:t>
    </dgm:pt>
    <dgm:pt modelId="{23CF3AF3-E4C7-48CE-87A4-BB0AE1873E71}" type="sibTrans" cxnId="{DD5E9AAB-5AE5-450D-B9C8-8EFFEF35A59D}">
      <dgm:prSet/>
      <dgm:spPr/>
      <dgm:t>
        <a:bodyPr/>
        <a:lstStyle/>
        <a:p>
          <a:endParaRPr lang="en-US"/>
        </a:p>
      </dgm:t>
    </dgm:pt>
    <dgm:pt modelId="{027E901D-3F55-854B-8488-20D030DD903D}">
      <dgm:prSet/>
      <dgm:spPr/>
      <dgm:t>
        <a:bodyPr/>
        <a:lstStyle/>
        <a:p>
          <a:r>
            <a:rPr lang="ko-KR" altLang="en-US"/>
            <a:t>이 문제를 해결해줘</a:t>
          </a:r>
          <a:endParaRPr lang="en-US"/>
        </a:p>
      </dgm:t>
    </dgm:pt>
    <dgm:pt modelId="{A3FD4737-99C6-4340-8B83-0D608B44531F}" type="parTrans" cxnId="{1D3D4810-80E9-D145-B17F-4A3CA955BCA2}">
      <dgm:prSet/>
      <dgm:spPr/>
      <dgm:t>
        <a:bodyPr/>
        <a:lstStyle/>
        <a:p>
          <a:pPr latinLnBrk="1"/>
          <a:endParaRPr lang="ko-KR" altLang="en-US"/>
        </a:p>
      </dgm:t>
    </dgm:pt>
    <dgm:pt modelId="{84CEF963-76F9-BA42-B844-E0AC78446BA1}" type="sibTrans" cxnId="{1D3D4810-80E9-D145-B17F-4A3CA955BCA2}">
      <dgm:prSet/>
      <dgm:spPr/>
      <dgm:t>
        <a:bodyPr/>
        <a:lstStyle/>
        <a:p>
          <a:pPr latinLnBrk="1"/>
          <a:endParaRPr lang="ko-KR" altLang="en-US"/>
        </a:p>
      </dgm:t>
    </dgm:pt>
    <dgm:pt modelId="{908918D7-3B16-2B46-BD08-3E83F78564A8}">
      <dgm:prSet/>
      <dgm:spPr/>
      <dgm:t>
        <a:bodyPr/>
        <a:lstStyle/>
        <a:p>
          <a:r>
            <a:rPr lang="ko-KR" altLang="en-US"/>
            <a:t>이 리스크를 검토해줘</a:t>
          </a:r>
          <a:endParaRPr lang="en-US"/>
        </a:p>
      </dgm:t>
    </dgm:pt>
    <dgm:pt modelId="{D2F863A6-F358-FD4D-BE52-84C1EB96018D}" type="parTrans" cxnId="{2D056E5A-DD55-1E44-949B-239D7ECF64AD}">
      <dgm:prSet/>
      <dgm:spPr/>
      <dgm:t>
        <a:bodyPr/>
        <a:lstStyle/>
        <a:p>
          <a:pPr latinLnBrk="1"/>
          <a:endParaRPr lang="ko-KR" altLang="en-US"/>
        </a:p>
      </dgm:t>
    </dgm:pt>
    <dgm:pt modelId="{24A3E1EB-8D47-0040-AAA1-8C6F7286F452}" type="sibTrans" cxnId="{2D056E5A-DD55-1E44-949B-239D7ECF64AD}">
      <dgm:prSet/>
      <dgm:spPr/>
      <dgm:t>
        <a:bodyPr/>
        <a:lstStyle/>
        <a:p>
          <a:pPr latinLnBrk="1"/>
          <a:endParaRPr lang="ko-KR" altLang="en-US"/>
        </a:p>
      </dgm:t>
    </dgm:pt>
    <dgm:pt modelId="{BBA16F63-6D68-DB47-875E-0A7DFA24CA80}" type="pres">
      <dgm:prSet presAssocID="{E6557009-8705-4224-B7B5-0B5E5319B3BD}" presName="Name0" presStyleCnt="0">
        <dgm:presLayoutVars>
          <dgm:dir/>
          <dgm:animLvl val="lvl"/>
          <dgm:resizeHandles val="exact"/>
        </dgm:presLayoutVars>
      </dgm:prSet>
      <dgm:spPr/>
    </dgm:pt>
    <dgm:pt modelId="{B4605915-415E-434F-BCE0-7408DEF9671A}" type="pres">
      <dgm:prSet presAssocID="{931E7D17-A0C5-441F-BFF7-1A4226A23CF4}" presName="composite" presStyleCnt="0"/>
      <dgm:spPr/>
    </dgm:pt>
    <dgm:pt modelId="{6B21E1C2-D005-E448-810C-7F7085147B70}" type="pres">
      <dgm:prSet presAssocID="{931E7D17-A0C5-441F-BFF7-1A4226A23CF4}" presName="parTx" presStyleLbl="alignNode1" presStyleIdx="0" presStyleCnt="2">
        <dgm:presLayoutVars>
          <dgm:chMax val="0"/>
          <dgm:chPref val="0"/>
          <dgm:bulletEnabled val="1"/>
        </dgm:presLayoutVars>
      </dgm:prSet>
      <dgm:spPr/>
    </dgm:pt>
    <dgm:pt modelId="{47B80CA3-0023-A944-BEF8-1674F69ABC67}" type="pres">
      <dgm:prSet presAssocID="{931E7D17-A0C5-441F-BFF7-1A4226A23CF4}" presName="desTx" presStyleLbl="alignAccFollowNode1" presStyleIdx="0" presStyleCnt="2">
        <dgm:presLayoutVars>
          <dgm:bulletEnabled val="1"/>
        </dgm:presLayoutVars>
      </dgm:prSet>
      <dgm:spPr/>
    </dgm:pt>
    <dgm:pt modelId="{4CE1D214-6E41-5E42-A6D3-A263966DFDD3}" type="pres">
      <dgm:prSet presAssocID="{F7E73E48-717B-4507-A7E0-0C08EF67556B}" presName="space" presStyleCnt="0"/>
      <dgm:spPr/>
    </dgm:pt>
    <dgm:pt modelId="{B739B40F-F1CF-C349-A7D1-D2DC4151992A}" type="pres">
      <dgm:prSet presAssocID="{3A416A7E-767E-4F42-981E-7A48BC492CBA}" presName="composite" presStyleCnt="0"/>
      <dgm:spPr/>
    </dgm:pt>
    <dgm:pt modelId="{B32059F3-4A32-4A40-B7AF-62FA0530E000}" type="pres">
      <dgm:prSet presAssocID="{3A416A7E-767E-4F42-981E-7A48BC492CBA}" presName="parTx" presStyleLbl="alignNode1" presStyleIdx="1" presStyleCnt="2">
        <dgm:presLayoutVars>
          <dgm:chMax val="0"/>
          <dgm:chPref val="0"/>
          <dgm:bulletEnabled val="1"/>
        </dgm:presLayoutVars>
      </dgm:prSet>
      <dgm:spPr/>
    </dgm:pt>
    <dgm:pt modelId="{55B82181-6AF8-734E-AA89-6AE8FCD52269}" type="pres">
      <dgm:prSet presAssocID="{3A416A7E-767E-4F42-981E-7A48BC492CBA}" presName="desTx" presStyleLbl="alignAccFollowNode1" presStyleIdx="1" presStyleCnt="2">
        <dgm:presLayoutVars>
          <dgm:bulletEnabled val="1"/>
        </dgm:presLayoutVars>
      </dgm:prSet>
      <dgm:spPr/>
    </dgm:pt>
  </dgm:ptLst>
  <dgm:cxnLst>
    <dgm:cxn modelId="{F3162208-626E-44D4-8F4B-5FE6FCC86C28}" srcId="{E6557009-8705-4224-B7B5-0B5E5319B3BD}" destId="{3A416A7E-767E-4F42-981E-7A48BC492CBA}" srcOrd="1" destOrd="0" parTransId="{A47075F5-9E3F-4239-BA3B-C711E9321E40}" sibTransId="{2C4EAADF-AB8D-45EC-A350-6104AB759C41}"/>
    <dgm:cxn modelId="{1D3D4810-80E9-D145-B17F-4A3CA955BCA2}" srcId="{3A416A7E-767E-4F42-981E-7A48BC492CBA}" destId="{027E901D-3F55-854B-8488-20D030DD903D}" srcOrd="0" destOrd="0" parTransId="{A3FD4737-99C6-4340-8B83-0D608B44531F}" sibTransId="{84CEF963-76F9-BA42-B844-E0AC78446BA1}"/>
    <dgm:cxn modelId="{5EB5211C-75D0-4D3B-B627-E60F579C7C4D}" srcId="{931E7D17-A0C5-441F-BFF7-1A4226A23CF4}" destId="{7AFE8D63-272A-4343-913A-6E3C8C801E18}" srcOrd="0" destOrd="0" parTransId="{5EB2BDF5-1421-444C-8D3E-6E9248030C53}" sibTransId="{B2F49B49-BBE1-4868-B560-6C22AAEE9432}"/>
    <dgm:cxn modelId="{43B0181D-1E9B-B24F-BA96-3085CDB183C6}" type="presOf" srcId="{931E7D17-A0C5-441F-BFF7-1A4226A23CF4}" destId="{6B21E1C2-D005-E448-810C-7F7085147B70}" srcOrd="0" destOrd="0" presId="urn:microsoft.com/office/officeart/2005/8/layout/hList1"/>
    <dgm:cxn modelId="{9235B52D-C489-E240-9194-869EE0F2C583}" type="presOf" srcId="{027E901D-3F55-854B-8488-20D030DD903D}" destId="{55B82181-6AF8-734E-AA89-6AE8FCD52269}" srcOrd="0" destOrd="0" presId="urn:microsoft.com/office/officeart/2005/8/layout/hList1"/>
    <dgm:cxn modelId="{B2CD1143-11F9-4C72-B43F-0A5F74735C72}" srcId="{931E7D17-A0C5-441F-BFF7-1A4226A23CF4}" destId="{CC4F953A-A263-4A49-8643-9838CF616A43}" srcOrd="2" destOrd="0" parTransId="{1ECF4BA0-38B7-40D1-9AE9-92F5B8762B4F}" sibTransId="{C9E94388-6369-4B08-93F1-77CBBD7CA692}"/>
    <dgm:cxn modelId="{84DD9364-D72D-3A4E-9B7A-4A0764626BB9}" type="presOf" srcId="{CC4F953A-A263-4A49-8643-9838CF616A43}" destId="{47B80CA3-0023-A944-BEF8-1674F69ABC67}" srcOrd="0" destOrd="2" presId="urn:microsoft.com/office/officeart/2005/8/layout/hList1"/>
    <dgm:cxn modelId="{0C505B58-D0FD-8641-A8AD-7F24B6F439DA}" type="presOf" srcId="{E6557009-8705-4224-B7B5-0B5E5319B3BD}" destId="{BBA16F63-6D68-DB47-875E-0A7DFA24CA80}" srcOrd="0" destOrd="0" presId="urn:microsoft.com/office/officeart/2005/8/layout/hList1"/>
    <dgm:cxn modelId="{2D056E5A-DD55-1E44-949B-239D7ECF64AD}" srcId="{3A416A7E-767E-4F42-981E-7A48BC492CBA}" destId="{908918D7-3B16-2B46-BD08-3E83F78564A8}" srcOrd="1" destOrd="0" parTransId="{D2F863A6-F358-FD4D-BE52-84C1EB96018D}" sibTransId="{24A3E1EB-8D47-0040-AAA1-8C6F7286F452}"/>
    <dgm:cxn modelId="{1B622D84-C0FA-5541-BFA2-A0EAF2CC4E22}" type="presOf" srcId="{580F1E2B-324C-4E01-ABDF-B11162578209}" destId="{47B80CA3-0023-A944-BEF8-1674F69ABC67}" srcOrd="0" destOrd="1" presId="urn:microsoft.com/office/officeart/2005/8/layout/hList1"/>
    <dgm:cxn modelId="{13E1039E-27C1-4BB4-B7BD-4EB9B387825E}" srcId="{931E7D17-A0C5-441F-BFF7-1A4226A23CF4}" destId="{580F1E2B-324C-4E01-ABDF-B11162578209}" srcOrd="1" destOrd="0" parTransId="{F7D00F97-7D59-4330-9A5B-BA9DC72D8F97}" sibTransId="{530A040F-8A1F-4B1B-BC0B-47694DB9BF80}"/>
    <dgm:cxn modelId="{DD5E9AAB-5AE5-450D-B9C8-8EFFEF35A59D}" srcId="{3A416A7E-767E-4F42-981E-7A48BC492CBA}" destId="{7EBFD405-D0B5-41CC-96CE-3BA76909870A}" srcOrd="2" destOrd="0" parTransId="{7790DE14-A243-46A5-8F72-DFEA59506AE9}" sibTransId="{23CF3AF3-E4C7-48CE-87A4-BB0AE1873E71}"/>
    <dgm:cxn modelId="{534A03B3-2D80-B745-B829-020B12A7A4A7}" type="presOf" srcId="{7AFE8D63-272A-4343-913A-6E3C8C801E18}" destId="{47B80CA3-0023-A944-BEF8-1674F69ABC67}" srcOrd="0" destOrd="0" presId="urn:microsoft.com/office/officeart/2005/8/layout/hList1"/>
    <dgm:cxn modelId="{0C0219C1-ACA8-AF42-BF6D-A5F6A7EA8D56}" type="presOf" srcId="{3A416A7E-767E-4F42-981E-7A48BC492CBA}" destId="{B32059F3-4A32-4A40-B7AF-62FA0530E000}" srcOrd="0" destOrd="0" presId="urn:microsoft.com/office/officeart/2005/8/layout/hList1"/>
    <dgm:cxn modelId="{FBBB4FC3-933A-9E45-B619-D179EC29DF1E}" type="presOf" srcId="{7EBFD405-D0B5-41CC-96CE-3BA76909870A}" destId="{55B82181-6AF8-734E-AA89-6AE8FCD52269}" srcOrd="0" destOrd="2" presId="urn:microsoft.com/office/officeart/2005/8/layout/hList1"/>
    <dgm:cxn modelId="{763FCCCC-A10F-3C4C-9588-28A7B2584EC6}" type="presOf" srcId="{908918D7-3B16-2B46-BD08-3E83F78564A8}" destId="{55B82181-6AF8-734E-AA89-6AE8FCD52269}" srcOrd="0" destOrd="1" presId="urn:microsoft.com/office/officeart/2005/8/layout/hList1"/>
    <dgm:cxn modelId="{906263CF-AE70-4DE0-9AFF-1AD65AD15F40}" srcId="{E6557009-8705-4224-B7B5-0B5E5319B3BD}" destId="{931E7D17-A0C5-441F-BFF7-1A4226A23CF4}" srcOrd="0" destOrd="0" parTransId="{F8BDABC6-2F8D-45B5-935A-57F4B1EBB7AB}" sibTransId="{F7E73E48-717B-4507-A7E0-0C08EF67556B}"/>
    <dgm:cxn modelId="{FED080B8-1018-2D4F-A72A-2CA893672434}" type="presParOf" srcId="{BBA16F63-6D68-DB47-875E-0A7DFA24CA80}" destId="{B4605915-415E-434F-BCE0-7408DEF9671A}" srcOrd="0" destOrd="0" presId="urn:microsoft.com/office/officeart/2005/8/layout/hList1"/>
    <dgm:cxn modelId="{2408AF0D-D406-F74E-A792-F3791BF6CF85}" type="presParOf" srcId="{B4605915-415E-434F-BCE0-7408DEF9671A}" destId="{6B21E1C2-D005-E448-810C-7F7085147B70}" srcOrd="0" destOrd="0" presId="urn:microsoft.com/office/officeart/2005/8/layout/hList1"/>
    <dgm:cxn modelId="{048AC9A1-2A22-AD40-9705-1E681B7EC9D7}" type="presParOf" srcId="{B4605915-415E-434F-BCE0-7408DEF9671A}" destId="{47B80CA3-0023-A944-BEF8-1674F69ABC67}" srcOrd="1" destOrd="0" presId="urn:microsoft.com/office/officeart/2005/8/layout/hList1"/>
    <dgm:cxn modelId="{ED5FE597-249D-B542-958D-520B222C94E1}" type="presParOf" srcId="{BBA16F63-6D68-DB47-875E-0A7DFA24CA80}" destId="{4CE1D214-6E41-5E42-A6D3-A263966DFDD3}" srcOrd="1" destOrd="0" presId="urn:microsoft.com/office/officeart/2005/8/layout/hList1"/>
    <dgm:cxn modelId="{14A76850-4EDE-3C42-915D-25358D548EE5}" type="presParOf" srcId="{BBA16F63-6D68-DB47-875E-0A7DFA24CA80}" destId="{B739B40F-F1CF-C349-A7D1-D2DC4151992A}" srcOrd="2" destOrd="0" presId="urn:microsoft.com/office/officeart/2005/8/layout/hList1"/>
    <dgm:cxn modelId="{8E002629-4B47-9D48-9F33-545657BC7401}" type="presParOf" srcId="{B739B40F-F1CF-C349-A7D1-D2DC4151992A}" destId="{B32059F3-4A32-4A40-B7AF-62FA0530E000}" srcOrd="0" destOrd="0" presId="urn:microsoft.com/office/officeart/2005/8/layout/hList1"/>
    <dgm:cxn modelId="{267A54EB-445C-1240-B431-BA13477E2E6D}" type="presParOf" srcId="{B739B40F-F1CF-C349-A7D1-D2DC4151992A}" destId="{55B82181-6AF8-734E-AA89-6AE8FCD52269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9DCACF33-59B9-4DD2-B9F8-9079CACDE2D3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accent2_2" csCatId="accent2" phldr="1"/>
      <dgm:spPr/>
      <dgm:t>
        <a:bodyPr/>
        <a:lstStyle/>
        <a:p>
          <a:endParaRPr lang="en-US"/>
        </a:p>
      </dgm:t>
    </dgm:pt>
    <dgm:pt modelId="{B6CC1FDF-AFE2-4B79-8BD8-E31727C9B555}">
      <dgm:prSet/>
      <dgm:spPr/>
      <dgm:t>
        <a:bodyPr/>
        <a:lstStyle/>
        <a:p>
          <a:r>
            <a:rPr lang="ko-KR" altLang="en-US"/>
            <a:t>감사합니다</a:t>
          </a:r>
          <a:endParaRPr lang="en-US"/>
        </a:p>
      </dgm:t>
    </dgm:pt>
    <dgm:pt modelId="{1ED66FAB-5D4B-4CE8-B27C-4AD8CDB4174F}" type="parTrans" cxnId="{AFB30404-2921-4A5C-81A9-68A17C0511DE}">
      <dgm:prSet/>
      <dgm:spPr/>
      <dgm:t>
        <a:bodyPr/>
        <a:lstStyle/>
        <a:p>
          <a:endParaRPr lang="en-US"/>
        </a:p>
      </dgm:t>
    </dgm:pt>
    <dgm:pt modelId="{D0CF8E4F-E265-4915-A12F-2DA06FDC6003}" type="sibTrans" cxnId="{AFB30404-2921-4A5C-81A9-68A17C0511DE}">
      <dgm:prSet/>
      <dgm:spPr/>
      <dgm:t>
        <a:bodyPr/>
        <a:lstStyle/>
        <a:p>
          <a:endParaRPr lang="en-US"/>
        </a:p>
      </dgm:t>
    </dgm:pt>
    <dgm:pt modelId="{0BC73134-95C0-41D9-8F77-A1F1D6DE011F}">
      <dgm:prSet/>
      <dgm:spPr/>
      <dgm:t>
        <a:bodyPr/>
        <a:lstStyle/>
        <a:p>
          <a:r>
            <a:rPr lang="en-US">
              <a:hlinkClick xmlns:r="http://schemas.openxmlformats.org/officeDocument/2006/relationships" r:id="rId1"/>
            </a:rPr>
            <a:t>agomdole@gmail.com</a:t>
          </a:r>
          <a:endParaRPr lang="en-US"/>
        </a:p>
      </dgm:t>
    </dgm:pt>
    <dgm:pt modelId="{DA4BA26F-7AFC-462E-BA7F-EA828FFBCE4C}" type="parTrans" cxnId="{5CCDEEA1-3704-4584-A6BE-E56D2942E8C2}">
      <dgm:prSet/>
      <dgm:spPr/>
      <dgm:t>
        <a:bodyPr/>
        <a:lstStyle/>
        <a:p>
          <a:endParaRPr lang="en-US"/>
        </a:p>
      </dgm:t>
    </dgm:pt>
    <dgm:pt modelId="{0A58E102-141B-4B62-9BB5-2AFC158C9AAA}" type="sibTrans" cxnId="{5CCDEEA1-3704-4584-A6BE-E56D2942E8C2}">
      <dgm:prSet/>
      <dgm:spPr/>
      <dgm:t>
        <a:bodyPr/>
        <a:lstStyle/>
        <a:p>
          <a:endParaRPr lang="en-US"/>
        </a:p>
      </dgm:t>
    </dgm:pt>
    <dgm:pt modelId="{EF801881-2670-4255-ADAF-ECB55DE41789}">
      <dgm:prSet/>
      <dgm:spPr/>
      <dgm:t>
        <a:bodyPr/>
        <a:lstStyle/>
        <a:p>
          <a:r>
            <a:rPr lang="en-US"/>
            <a:t>https://</a:t>
          </a:r>
          <a:r>
            <a:rPr lang="en-US" err="1"/>
            <a:t>resume.metts.today</a:t>
          </a:r>
          <a:endParaRPr lang="en-US"/>
        </a:p>
      </dgm:t>
    </dgm:pt>
    <dgm:pt modelId="{49E4D0F2-B6E7-4684-B51A-47CEF4F1A5FD}" type="parTrans" cxnId="{004ED8B5-47E8-4C83-A3A6-ECB3FC4D504B}">
      <dgm:prSet/>
      <dgm:spPr/>
      <dgm:t>
        <a:bodyPr/>
        <a:lstStyle/>
        <a:p>
          <a:endParaRPr lang="en-US"/>
        </a:p>
      </dgm:t>
    </dgm:pt>
    <dgm:pt modelId="{F3A37A90-D855-49F6-870C-68EA601B9F4D}" type="sibTrans" cxnId="{004ED8B5-47E8-4C83-A3A6-ECB3FC4D504B}">
      <dgm:prSet/>
      <dgm:spPr/>
      <dgm:t>
        <a:bodyPr/>
        <a:lstStyle/>
        <a:p>
          <a:endParaRPr lang="en-US"/>
        </a:p>
      </dgm:t>
    </dgm:pt>
    <dgm:pt modelId="{D55F7281-5906-43B1-B059-1BCB0A230F28}" type="pres">
      <dgm:prSet presAssocID="{9DCACF33-59B9-4DD2-B9F8-9079CACDE2D3}" presName="root" presStyleCnt="0">
        <dgm:presLayoutVars>
          <dgm:dir/>
          <dgm:resizeHandles val="exact"/>
        </dgm:presLayoutVars>
      </dgm:prSet>
      <dgm:spPr/>
    </dgm:pt>
    <dgm:pt modelId="{E02ECE74-DE51-40E1-83D5-D03FDC5C4639}" type="pres">
      <dgm:prSet presAssocID="{B6CC1FDF-AFE2-4B79-8BD8-E31727C9B555}" presName="compNode" presStyleCnt="0"/>
      <dgm:spPr/>
    </dgm:pt>
    <dgm:pt modelId="{88B4E582-DC05-4195-ABA8-E5E9F5E7ACFE}" type="pres">
      <dgm:prSet presAssocID="{B6CC1FDF-AFE2-4B79-8BD8-E31727C9B555}" presName="bgRect" presStyleLbl="bgShp" presStyleIdx="0" presStyleCnt="3"/>
      <dgm:spPr/>
    </dgm:pt>
    <dgm:pt modelId="{28195A0E-3578-4C21-987E-590A16477179}" type="pres">
      <dgm:prSet presAssocID="{B6CC1FDF-AFE2-4B79-8BD8-E31727C9B555}" presName="iconRect" presStyleLbl="node1" presStyleIdx="0" presStyleCnt="3"/>
      <dgm:spPr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CC745423-F905-4B2B-89DF-3C490B2B242D}" type="pres">
      <dgm:prSet presAssocID="{B6CC1FDF-AFE2-4B79-8BD8-E31727C9B555}" presName="spaceRect" presStyleCnt="0"/>
      <dgm:spPr/>
    </dgm:pt>
    <dgm:pt modelId="{366EBE81-DED7-4859-AC0D-A8D18A2F7059}" type="pres">
      <dgm:prSet presAssocID="{B6CC1FDF-AFE2-4B79-8BD8-E31727C9B555}" presName="parTx" presStyleLbl="revTx" presStyleIdx="0" presStyleCnt="3">
        <dgm:presLayoutVars>
          <dgm:chMax val="0"/>
          <dgm:chPref val="0"/>
        </dgm:presLayoutVars>
      </dgm:prSet>
      <dgm:spPr/>
    </dgm:pt>
    <dgm:pt modelId="{6C44FB13-734B-4715-8B73-98C22CE703EA}" type="pres">
      <dgm:prSet presAssocID="{D0CF8E4F-E265-4915-A12F-2DA06FDC6003}" presName="sibTrans" presStyleCnt="0"/>
      <dgm:spPr/>
    </dgm:pt>
    <dgm:pt modelId="{4ED87435-5295-4527-A63B-FABF20A226B5}" type="pres">
      <dgm:prSet presAssocID="{0BC73134-95C0-41D9-8F77-A1F1D6DE011F}" presName="compNode" presStyleCnt="0"/>
      <dgm:spPr/>
    </dgm:pt>
    <dgm:pt modelId="{5E65DE4F-1B30-4E24-B6B4-F57FC8A110D1}" type="pres">
      <dgm:prSet presAssocID="{0BC73134-95C0-41D9-8F77-A1F1D6DE011F}" presName="bgRect" presStyleLbl="bgShp" presStyleIdx="1" presStyleCnt="3"/>
      <dgm:spPr/>
    </dgm:pt>
    <dgm:pt modelId="{D48FC846-CB47-4734-95CE-D9DE5952CD62}" type="pres">
      <dgm:prSet presAssocID="{0BC73134-95C0-41D9-8F77-A1F1D6DE011F}" presName="iconRect" presStyleLbl="node1" presStyleIdx="1" presStyleCnt="3"/>
      <dgm:spPr>
        <a:blipFill>
          <a:blip xmlns:r="http://schemas.openxmlformats.org/officeDocument/2006/relationships"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mail"/>
        </a:ext>
      </dgm:extLst>
    </dgm:pt>
    <dgm:pt modelId="{8DBFA497-474C-41E2-A278-E467789EBFF5}" type="pres">
      <dgm:prSet presAssocID="{0BC73134-95C0-41D9-8F77-A1F1D6DE011F}" presName="spaceRect" presStyleCnt="0"/>
      <dgm:spPr/>
    </dgm:pt>
    <dgm:pt modelId="{8037B48F-0614-4313-BD5A-D9384AF4FBD2}" type="pres">
      <dgm:prSet presAssocID="{0BC73134-95C0-41D9-8F77-A1F1D6DE011F}" presName="parTx" presStyleLbl="revTx" presStyleIdx="1" presStyleCnt="3">
        <dgm:presLayoutVars>
          <dgm:chMax val="0"/>
          <dgm:chPref val="0"/>
        </dgm:presLayoutVars>
      </dgm:prSet>
      <dgm:spPr/>
    </dgm:pt>
    <dgm:pt modelId="{DD5ABA94-CB90-46A7-9593-59099B09BB55}" type="pres">
      <dgm:prSet presAssocID="{0A58E102-141B-4B62-9BB5-2AFC158C9AAA}" presName="sibTrans" presStyleCnt="0"/>
      <dgm:spPr/>
    </dgm:pt>
    <dgm:pt modelId="{F664DB61-FB23-475D-93F1-3AF97D887C0D}" type="pres">
      <dgm:prSet presAssocID="{EF801881-2670-4255-ADAF-ECB55DE41789}" presName="compNode" presStyleCnt="0"/>
      <dgm:spPr/>
    </dgm:pt>
    <dgm:pt modelId="{788DD15B-25DD-4619-8ADC-8C46EA852580}" type="pres">
      <dgm:prSet presAssocID="{EF801881-2670-4255-ADAF-ECB55DE41789}" presName="bgRect" presStyleLbl="bgShp" presStyleIdx="2" presStyleCnt="3"/>
      <dgm:spPr/>
    </dgm:pt>
    <dgm:pt modelId="{C5AAD89B-53BD-4735-B88D-8353094681B1}" type="pres">
      <dgm:prSet presAssocID="{EF801881-2670-4255-ADAF-ECB55DE41789}" presName="iconRect" presStyleLbl="node1" presStyleIdx="2" presStyleCnt="3"/>
      <dgm:spPr>
        <a:blipFill>
          <a:blip xmlns:r="http://schemas.openxmlformats.org/officeDocument/2006/relationships"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arth Globe Americas"/>
        </a:ext>
      </dgm:extLst>
    </dgm:pt>
    <dgm:pt modelId="{2729D13F-EE5D-49BC-A372-20827508A10D}" type="pres">
      <dgm:prSet presAssocID="{EF801881-2670-4255-ADAF-ECB55DE41789}" presName="spaceRect" presStyleCnt="0"/>
      <dgm:spPr/>
    </dgm:pt>
    <dgm:pt modelId="{0A2CF1E1-E62E-4FEC-90EA-8DD2B5E478C0}" type="pres">
      <dgm:prSet presAssocID="{EF801881-2670-4255-ADAF-ECB55DE41789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AFB30404-2921-4A5C-81A9-68A17C0511DE}" srcId="{9DCACF33-59B9-4DD2-B9F8-9079CACDE2D3}" destId="{B6CC1FDF-AFE2-4B79-8BD8-E31727C9B555}" srcOrd="0" destOrd="0" parTransId="{1ED66FAB-5D4B-4CE8-B27C-4AD8CDB4174F}" sibTransId="{D0CF8E4F-E265-4915-A12F-2DA06FDC6003}"/>
    <dgm:cxn modelId="{2AB89D22-B065-DA4F-B737-B7E192467AB4}" type="presOf" srcId="{0BC73134-95C0-41D9-8F77-A1F1D6DE011F}" destId="{8037B48F-0614-4313-BD5A-D9384AF4FBD2}" srcOrd="0" destOrd="0" presId="urn:microsoft.com/office/officeart/2018/2/layout/IconVerticalSolidList"/>
    <dgm:cxn modelId="{495A9662-5317-8841-A2D5-5CB3709D5152}" type="presOf" srcId="{B6CC1FDF-AFE2-4B79-8BD8-E31727C9B555}" destId="{366EBE81-DED7-4859-AC0D-A8D18A2F7059}" srcOrd="0" destOrd="0" presId="urn:microsoft.com/office/officeart/2018/2/layout/IconVerticalSolidList"/>
    <dgm:cxn modelId="{5CCDEEA1-3704-4584-A6BE-E56D2942E8C2}" srcId="{9DCACF33-59B9-4DD2-B9F8-9079CACDE2D3}" destId="{0BC73134-95C0-41D9-8F77-A1F1D6DE011F}" srcOrd="1" destOrd="0" parTransId="{DA4BA26F-7AFC-462E-BA7F-EA828FFBCE4C}" sibTransId="{0A58E102-141B-4B62-9BB5-2AFC158C9AAA}"/>
    <dgm:cxn modelId="{004ED8B5-47E8-4C83-A3A6-ECB3FC4D504B}" srcId="{9DCACF33-59B9-4DD2-B9F8-9079CACDE2D3}" destId="{EF801881-2670-4255-ADAF-ECB55DE41789}" srcOrd="2" destOrd="0" parTransId="{49E4D0F2-B6E7-4684-B51A-47CEF4F1A5FD}" sibTransId="{F3A37A90-D855-49F6-870C-68EA601B9F4D}"/>
    <dgm:cxn modelId="{FD82E0D1-FEBB-B44B-8C8F-C187DCA617ED}" type="presOf" srcId="{9DCACF33-59B9-4DD2-B9F8-9079CACDE2D3}" destId="{D55F7281-5906-43B1-B059-1BCB0A230F28}" srcOrd="0" destOrd="0" presId="urn:microsoft.com/office/officeart/2018/2/layout/IconVerticalSolidList"/>
    <dgm:cxn modelId="{13892AF6-4A9F-FA43-B3F4-360102E542CB}" type="presOf" srcId="{EF801881-2670-4255-ADAF-ECB55DE41789}" destId="{0A2CF1E1-E62E-4FEC-90EA-8DD2B5E478C0}" srcOrd="0" destOrd="0" presId="urn:microsoft.com/office/officeart/2018/2/layout/IconVerticalSolidList"/>
    <dgm:cxn modelId="{AAF6B3D0-E7BE-3C4B-A259-8663ACA7C055}" type="presParOf" srcId="{D55F7281-5906-43B1-B059-1BCB0A230F28}" destId="{E02ECE74-DE51-40E1-83D5-D03FDC5C4639}" srcOrd="0" destOrd="0" presId="urn:microsoft.com/office/officeart/2018/2/layout/IconVerticalSolidList"/>
    <dgm:cxn modelId="{0E9B654F-B62A-1F46-B3AE-F86DF9F5A8A6}" type="presParOf" srcId="{E02ECE74-DE51-40E1-83D5-D03FDC5C4639}" destId="{88B4E582-DC05-4195-ABA8-E5E9F5E7ACFE}" srcOrd="0" destOrd="0" presId="urn:microsoft.com/office/officeart/2018/2/layout/IconVerticalSolidList"/>
    <dgm:cxn modelId="{D682543C-365E-5748-B8F8-F4365D058265}" type="presParOf" srcId="{E02ECE74-DE51-40E1-83D5-D03FDC5C4639}" destId="{28195A0E-3578-4C21-987E-590A16477179}" srcOrd="1" destOrd="0" presId="urn:microsoft.com/office/officeart/2018/2/layout/IconVerticalSolidList"/>
    <dgm:cxn modelId="{71607DE7-D1A3-2541-9222-F851AE0E5EDB}" type="presParOf" srcId="{E02ECE74-DE51-40E1-83D5-D03FDC5C4639}" destId="{CC745423-F905-4B2B-89DF-3C490B2B242D}" srcOrd="2" destOrd="0" presId="urn:microsoft.com/office/officeart/2018/2/layout/IconVerticalSolidList"/>
    <dgm:cxn modelId="{1B1B6FA9-1BDE-C44C-980E-21E06025E4BA}" type="presParOf" srcId="{E02ECE74-DE51-40E1-83D5-D03FDC5C4639}" destId="{366EBE81-DED7-4859-AC0D-A8D18A2F7059}" srcOrd="3" destOrd="0" presId="urn:microsoft.com/office/officeart/2018/2/layout/IconVerticalSolidList"/>
    <dgm:cxn modelId="{12DD766A-2383-134E-9DAA-39A2EFAA006D}" type="presParOf" srcId="{D55F7281-5906-43B1-B059-1BCB0A230F28}" destId="{6C44FB13-734B-4715-8B73-98C22CE703EA}" srcOrd="1" destOrd="0" presId="urn:microsoft.com/office/officeart/2018/2/layout/IconVerticalSolidList"/>
    <dgm:cxn modelId="{1EEE40BC-D311-2448-A0C8-D60570398398}" type="presParOf" srcId="{D55F7281-5906-43B1-B059-1BCB0A230F28}" destId="{4ED87435-5295-4527-A63B-FABF20A226B5}" srcOrd="2" destOrd="0" presId="urn:microsoft.com/office/officeart/2018/2/layout/IconVerticalSolidList"/>
    <dgm:cxn modelId="{E6B3475A-D0E7-204A-B9E2-AD5A1A68E4E6}" type="presParOf" srcId="{4ED87435-5295-4527-A63B-FABF20A226B5}" destId="{5E65DE4F-1B30-4E24-B6B4-F57FC8A110D1}" srcOrd="0" destOrd="0" presId="urn:microsoft.com/office/officeart/2018/2/layout/IconVerticalSolidList"/>
    <dgm:cxn modelId="{C066FB00-0996-B445-A3CE-341783892173}" type="presParOf" srcId="{4ED87435-5295-4527-A63B-FABF20A226B5}" destId="{D48FC846-CB47-4734-95CE-D9DE5952CD62}" srcOrd="1" destOrd="0" presId="urn:microsoft.com/office/officeart/2018/2/layout/IconVerticalSolidList"/>
    <dgm:cxn modelId="{B4EE8CE9-1B0D-B24D-8BF5-E07100E1D3AA}" type="presParOf" srcId="{4ED87435-5295-4527-A63B-FABF20A226B5}" destId="{8DBFA497-474C-41E2-A278-E467789EBFF5}" srcOrd="2" destOrd="0" presId="urn:microsoft.com/office/officeart/2018/2/layout/IconVerticalSolidList"/>
    <dgm:cxn modelId="{FAE95D94-DE84-A74C-8B44-F4EC158588B9}" type="presParOf" srcId="{4ED87435-5295-4527-A63B-FABF20A226B5}" destId="{8037B48F-0614-4313-BD5A-D9384AF4FBD2}" srcOrd="3" destOrd="0" presId="urn:microsoft.com/office/officeart/2018/2/layout/IconVerticalSolidList"/>
    <dgm:cxn modelId="{46C6B8C0-6ADD-A845-93EF-9CDB42DFD42C}" type="presParOf" srcId="{D55F7281-5906-43B1-B059-1BCB0A230F28}" destId="{DD5ABA94-CB90-46A7-9593-59099B09BB55}" srcOrd="3" destOrd="0" presId="urn:microsoft.com/office/officeart/2018/2/layout/IconVerticalSolidList"/>
    <dgm:cxn modelId="{4BE0D2C5-34C3-FB48-A8A6-D13BC9D32629}" type="presParOf" srcId="{D55F7281-5906-43B1-B059-1BCB0A230F28}" destId="{F664DB61-FB23-475D-93F1-3AF97D887C0D}" srcOrd="4" destOrd="0" presId="urn:microsoft.com/office/officeart/2018/2/layout/IconVerticalSolidList"/>
    <dgm:cxn modelId="{E38DEA89-2684-8C45-B81F-E3521535B684}" type="presParOf" srcId="{F664DB61-FB23-475D-93F1-3AF97D887C0D}" destId="{788DD15B-25DD-4619-8ADC-8C46EA852580}" srcOrd="0" destOrd="0" presId="urn:microsoft.com/office/officeart/2018/2/layout/IconVerticalSolidList"/>
    <dgm:cxn modelId="{EE8B5664-6704-C649-A084-B51EF1F5E91B}" type="presParOf" srcId="{F664DB61-FB23-475D-93F1-3AF97D887C0D}" destId="{C5AAD89B-53BD-4735-B88D-8353094681B1}" srcOrd="1" destOrd="0" presId="urn:microsoft.com/office/officeart/2018/2/layout/IconVerticalSolidList"/>
    <dgm:cxn modelId="{71A44A21-B0A6-2648-AA6D-248ABB7A15F7}" type="presParOf" srcId="{F664DB61-FB23-475D-93F1-3AF97D887C0D}" destId="{2729D13F-EE5D-49BC-A372-20827508A10D}" srcOrd="2" destOrd="0" presId="urn:microsoft.com/office/officeart/2018/2/layout/IconVerticalSolidList"/>
    <dgm:cxn modelId="{D5286AA4-8464-0445-829B-1E5440ED44C3}" type="presParOf" srcId="{F664DB61-FB23-475D-93F1-3AF97D887C0D}" destId="{0A2CF1E1-E62E-4FEC-90EA-8DD2B5E478C0}" srcOrd="3" destOrd="0" presId="urn:microsoft.com/office/officeart/2018/2/layout/IconVerticalSolidList"/>
  </dgm:cxnLst>
  <dgm:bg>
    <a:noFill/>
  </dgm:bg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2BDCAA1-F293-3C47-AE33-3FFE867E5CD5}">
      <dsp:nvSpPr>
        <dsp:cNvPr id="0" name=""/>
        <dsp:cNvSpPr/>
      </dsp:nvSpPr>
      <dsp:spPr>
        <a:xfrm>
          <a:off x="0" y="0"/>
          <a:ext cx="7729728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9BF46D4-769B-0444-823E-BA9D96823B43}">
      <dsp:nvSpPr>
        <dsp:cNvPr id="0" name=""/>
        <dsp:cNvSpPr/>
      </dsp:nvSpPr>
      <dsp:spPr>
        <a:xfrm>
          <a:off x="0" y="0"/>
          <a:ext cx="7729728" cy="7754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sz="3000" kern="1200"/>
            <a:t>요구사항 </a:t>
          </a:r>
          <a:r>
            <a:rPr lang="en-US" sz="3000" kern="1200"/>
            <a:t>–</a:t>
          </a:r>
          <a:r>
            <a:rPr lang="ko-KR" sz="3000" kern="1200"/>
            <a:t> 무엇을 만들어야 하는지</a:t>
          </a:r>
          <a:endParaRPr lang="en-US" sz="3000" kern="1200"/>
        </a:p>
      </dsp:txBody>
      <dsp:txXfrm>
        <a:off x="0" y="0"/>
        <a:ext cx="7729728" cy="775495"/>
      </dsp:txXfrm>
    </dsp:sp>
    <dsp:sp modelId="{E2CFA05D-550A-374A-A53E-25A60FD672C8}">
      <dsp:nvSpPr>
        <dsp:cNvPr id="0" name=""/>
        <dsp:cNvSpPr/>
      </dsp:nvSpPr>
      <dsp:spPr>
        <a:xfrm>
          <a:off x="0" y="775495"/>
          <a:ext cx="7729728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E8CC67C-B1FB-964D-8DB7-5442423A6257}">
      <dsp:nvSpPr>
        <dsp:cNvPr id="0" name=""/>
        <dsp:cNvSpPr/>
      </dsp:nvSpPr>
      <dsp:spPr>
        <a:xfrm>
          <a:off x="0" y="775495"/>
          <a:ext cx="7729728" cy="7754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sz="3000" kern="1200"/>
            <a:t>제약사항 </a:t>
          </a:r>
          <a:r>
            <a:rPr lang="en-US" sz="3000" kern="1200"/>
            <a:t>–</a:t>
          </a:r>
          <a:r>
            <a:rPr lang="ko-KR" sz="3000" kern="1200"/>
            <a:t> 무엇을 하면 안되는지</a:t>
          </a:r>
          <a:endParaRPr lang="en-US" sz="3000" kern="1200"/>
        </a:p>
      </dsp:txBody>
      <dsp:txXfrm>
        <a:off x="0" y="775495"/>
        <a:ext cx="7729728" cy="775495"/>
      </dsp:txXfrm>
    </dsp:sp>
    <dsp:sp modelId="{B338BD58-71F9-2C49-9B8D-EDB886C87400}">
      <dsp:nvSpPr>
        <dsp:cNvPr id="0" name=""/>
        <dsp:cNvSpPr/>
      </dsp:nvSpPr>
      <dsp:spPr>
        <a:xfrm>
          <a:off x="0" y="1550991"/>
          <a:ext cx="7729728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92BDA6F-086A-4543-B65D-855BE2C2867E}">
      <dsp:nvSpPr>
        <dsp:cNvPr id="0" name=""/>
        <dsp:cNvSpPr/>
      </dsp:nvSpPr>
      <dsp:spPr>
        <a:xfrm>
          <a:off x="0" y="1550991"/>
          <a:ext cx="7729728" cy="7754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sz="3000" kern="1200"/>
            <a:t>출력형식 </a:t>
          </a:r>
          <a:r>
            <a:rPr lang="en-US" sz="3000" kern="1200"/>
            <a:t>–</a:t>
          </a:r>
          <a:r>
            <a:rPr lang="ko-KR" sz="3000" kern="1200"/>
            <a:t> 어떤 형태</a:t>
          </a:r>
          <a:r>
            <a:rPr lang="en-US" sz="3000" kern="1200"/>
            <a:t>(</a:t>
          </a:r>
          <a:r>
            <a:rPr lang="ko-KR" sz="3000" kern="1200"/>
            <a:t>패턴</a:t>
          </a:r>
          <a:r>
            <a:rPr lang="en-US" sz="3000" kern="1200"/>
            <a:t>)</a:t>
          </a:r>
          <a:r>
            <a:rPr lang="ko-KR" sz="3000" kern="1200"/>
            <a:t>으로 결과를 내어야 하는가</a:t>
          </a:r>
          <a:endParaRPr lang="en-US" sz="3000" kern="1200"/>
        </a:p>
      </dsp:txBody>
      <dsp:txXfrm>
        <a:off x="0" y="1550991"/>
        <a:ext cx="7729728" cy="775495"/>
      </dsp:txXfrm>
    </dsp:sp>
    <dsp:sp modelId="{27513E3C-E31F-E446-AB09-B426C52EAE91}">
      <dsp:nvSpPr>
        <dsp:cNvPr id="0" name=""/>
        <dsp:cNvSpPr/>
      </dsp:nvSpPr>
      <dsp:spPr>
        <a:xfrm>
          <a:off x="0" y="2326487"/>
          <a:ext cx="7729728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A015C29-8392-4543-B40F-DD20FB9F8423}">
      <dsp:nvSpPr>
        <dsp:cNvPr id="0" name=""/>
        <dsp:cNvSpPr/>
      </dsp:nvSpPr>
      <dsp:spPr>
        <a:xfrm>
          <a:off x="0" y="2326487"/>
          <a:ext cx="7729728" cy="7754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sz="3000" kern="1200"/>
            <a:t>예시코드 </a:t>
          </a:r>
          <a:r>
            <a:rPr lang="en-US" sz="3000" kern="1200"/>
            <a:t>–</a:t>
          </a:r>
          <a:r>
            <a:rPr lang="ko-KR" sz="3000" kern="1200"/>
            <a:t> </a:t>
          </a:r>
          <a:r>
            <a:rPr lang="en-US" sz="3000" kern="1200"/>
            <a:t>BestCase </a:t>
          </a:r>
          <a:r>
            <a:rPr lang="ko-KR" sz="3000" kern="1200"/>
            <a:t>레퍼런스</a:t>
          </a:r>
          <a:endParaRPr lang="en-US" sz="3000" kern="1200"/>
        </a:p>
      </dsp:txBody>
      <dsp:txXfrm>
        <a:off x="0" y="2326487"/>
        <a:ext cx="7729728" cy="77549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B21E1C2-D005-E448-810C-7F7085147B70}">
      <dsp:nvSpPr>
        <dsp:cNvPr id="0" name=""/>
        <dsp:cNvSpPr/>
      </dsp:nvSpPr>
      <dsp:spPr>
        <a:xfrm>
          <a:off x="50" y="1902"/>
          <a:ext cx="4795093" cy="835200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6248" tIns="117856" rIns="206248" bIns="117856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AS IS</a:t>
          </a:r>
        </a:p>
      </dsp:txBody>
      <dsp:txXfrm>
        <a:off x="50" y="1902"/>
        <a:ext cx="4795093" cy="835200"/>
      </dsp:txXfrm>
    </dsp:sp>
    <dsp:sp modelId="{47B80CA3-0023-A944-BEF8-1674F69ABC67}">
      <dsp:nvSpPr>
        <dsp:cNvPr id="0" name=""/>
        <dsp:cNvSpPr/>
      </dsp:nvSpPr>
      <dsp:spPr>
        <a:xfrm>
          <a:off x="50" y="837102"/>
          <a:ext cx="4795093" cy="2268742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4686" tIns="154686" rIns="206248" bIns="232029" numCol="1" spcCol="1270" anchor="t" anchorCtr="0">
          <a:noAutofit/>
        </a:bodyPr>
        <a:lstStyle/>
        <a:p>
          <a:pPr marL="285750" lvl="1" indent="-285750" algn="l" defTabSz="1289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ko-KR" sz="2900" kern="1200"/>
            <a:t>이 컨벤션으로 작성해줘</a:t>
          </a:r>
          <a:endParaRPr lang="en-US" sz="2900" kern="1200"/>
        </a:p>
        <a:p>
          <a:pPr marL="285750" lvl="1" indent="-285750" algn="l" defTabSz="1289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ko-KR" sz="2900" kern="1200"/>
            <a:t>이 형식을 참고해서 구조를 작성해줘</a:t>
          </a:r>
          <a:endParaRPr lang="en-US" sz="2900" kern="1200"/>
        </a:p>
        <a:p>
          <a:pPr marL="285750" lvl="1" indent="-285750" algn="l" defTabSz="1289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ko-KR" sz="2900" kern="1200"/>
            <a:t>이렇게는 하면 안돼</a:t>
          </a:r>
          <a:endParaRPr lang="en-US" sz="2900" kern="1200"/>
        </a:p>
      </dsp:txBody>
      <dsp:txXfrm>
        <a:off x="50" y="837102"/>
        <a:ext cx="4795093" cy="2268742"/>
      </dsp:txXfrm>
    </dsp:sp>
    <dsp:sp modelId="{B32059F3-4A32-4A40-B7AF-62FA0530E000}">
      <dsp:nvSpPr>
        <dsp:cNvPr id="0" name=""/>
        <dsp:cNvSpPr/>
      </dsp:nvSpPr>
      <dsp:spPr>
        <a:xfrm>
          <a:off x="5466456" y="1902"/>
          <a:ext cx="4795093" cy="835200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6248" tIns="117856" rIns="206248" bIns="117856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TO-BE</a:t>
          </a:r>
        </a:p>
      </dsp:txBody>
      <dsp:txXfrm>
        <a:off x="5466456" y="1902"/>
        <a:ext cx="4795093" cy="835200"/>
      </dsp:txXfrm>
    </dsp:sp>
    <dsp:sp modelId="{55B82181-6AF8-734E-AA89-6AE8FCD52269}">
      <dsp:nvSpPr>
        <dsp:cNvPr id="0" name=""/>
        <dsp:cNvSpPr/>
      </dsp:nvSpPr>
      <dsp:spPr>
        <a:xfrm>
          <a:off x="5466456" y="837102"/>
          <a:ext cx="4795093" cy="2268742"/>
        </a:xfrm>
        <a:prstGeom prst="rect">
          <a:avLst/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4686" tIns="154686" rIns="206248" bIns="232029" numCol="1" spcCol="1270" anchor="t" anchorCtr="0">
          <a:noAutofit/>
        </a:bodyPr>
        <a:lstStyle/>
        <a:p>
          <a:pPr marL="285750" lvl="1" indent="-285750" algn="l" defTabSz="1289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ko-KR" altLang="en-US" sz="2900" kern="1200"/>
            <a:t>이 문제를 해결해줘</a:t>
          </a:r>
          <a:endParaRPr lang="en-US" sz="2900" kern="1200"/>
        </a:p>
        <a:p>
          <a:pPr marL="285750" lvl="1" indent="-285750" algn="l" defTabSz="1289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ko-KR" altLang="en-US" sz="2900" kern="1200"/>
            <a:t>이 리스크를 검토해줘</a:t>
          </a:r>
          <a:endParaRPr lang="en-US" sz="2900" kern="1200"/>
        </a:p>
        <a:p>
          <a:pPr marL="285750" lvl="1" indent="-285750" algn="l" defTabSz="1289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ko-KR" sz="2900" kern="1200"/>
            <a:t>이 </a:t>
          </a:r>
          <a:r>
            <a:rPr lang="ko-KR" sz="2900" kern="1200" err="1"/>
            <a:t>유즈케이스를</a:t>
          </a:r>
          <a:r>
            <a:rPr lang="ko-KR" sz="2900" kern="1200"/>
            <a:t> 만족할 수 있어야 해</a:t>
          </a:r>
          <a:endParaRPr lang="en-US" sz="2900" kern="1200"/>
        </a:p>
      </dsp:txBody>
      <dsp:txXfrm>
        <a:off x="5466456" y="837102"/>
        <a:ext cx="4795093" cy="226874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8B4E582-DC05-4195-ABA8-E5E9F5E7ACFE}">
      <dsp:nvSpPr>
        <dsp:cNvPr id="0" name=""/>
        <dsp:cNvSpPr/>
      </dsp:nvSpPr>
      <dsp:spPr>
        <a:xfrm>
          <a:off x="0" y="379"/>
          <a:ext cx="10261599" cy="88771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8195A0E-3578-4C21-987E-590A16477179}">
      <dsp:nvSpPr>
        <dsp:cNvPr id="0" name=""/>
        <dsp:cNvSpPr/>
      </dsp:nvSpPr>
      <dsp:spPr>
        <a:xfrm>
          <a:off x="268532" y="200114"/>
          <a:ext cx="488241" cy="48824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66EBE81-DED7-4859-AC0D-A8D18A2F7059}">
      <dsp:nvSpPr>
        <dsp:cNvPr id="0" name=""/>
        <dsp:cNvSpPr/>
      </dsp:nvSpPr>
      <dsp:spPr>
        <a:xfrm>
          <a:off x="1025306" y="379"/>
          <a:ext cx="9236293" cy="8877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3949" tIns="93949" rIns="93949" bIns="93949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2500" kern="1200"/>
            <a:t>감사합니다</a:t>
          </a:r>
          <a:endParaRPr lang="en-US" sz="2500" kern="1200"/>
        </a:p>
      </dsp:txBody>
      <dsp:txXfrm>
        <a:off x="1025306" y="379"/>
        <a:ext cx="9236293" cy="887711"/>
      </dsp:txXfrm>
    </dsp:sp>
    <dsp:sp modelId="{5E65DE4F-1B30-4E24-B6B4-F57FC8A110D1}">
      <dsp:nvSpPr>
        <dsp:cNvPr id="0" name=""/>
        <dsp:cNvSpPr/>
      </dsp:nvSpPr>
      <dsp:spPr>
        <a:xfrm>
          <a:off x="0" y="1110018"/>
          <a:ext cx="10261599" cy="88771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48FC846-CB47-4734-95CE-D9DE5952CD62}">
      <dsp:nvSpPr>
        <dsp:cNvPr id="0" name=""/>
        <dsp:cNvSpPr/>
      </dsp:nvSpPr>
      <dsp:spPr>
        <a:xfrm>
          <a:off x="268532" y="1309753"/>
          <a:ext cx="488241" cy="48824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037B48F-0614-4313-BD5A-D9384AF4FBD2}">
      <dsp:nvSpPr>
        <dsp:cNvPr id="0" name=""/>
        <dsp:cNvSpPr/>
      </dsp:nvSpPr>
      <dsp:spPr>
        <a:xfrm>
          <a:off x="1025306" y="1110018"/>
          <a:ext cx="9236293" cy="8877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3949" tIns="93949" rIns="93949" bIns="93949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>
              <a:hlinkClick xmlns:r="http://schemas.openxmlformats.org/officeDocument/2006/relationships" r:id="rId5"/>
            </a:rPr>
            <a:t>agomdole@gmail.com</a:t>
          </a:r>
          <a:endParaRPr lang="en-US" sz="2500" kern="1200"/>
        </a:p>
      </dsp:txBody>
      <dsp:txXfrm>
        <a:off x="1025306" y="1110018"/>
        <a:ext cx="9236293" cy="887711"/>
      </dsp:txXfrm>
    </dsp:sp>
    <dsp:sp modelId="{788DD15B-25DD-4619-8ADC-8C46EA852580}">
      <dsp:nvSpPr>
        <dsp:cNvPr id="0" name=""/>
        <dsp:cNvSpPr/>
      </dsp:nvSpPr>
      <dsp:spPr>
        <a:xfrm>
          <a:off x="0" y="2219657"/>
          <a:ext cx="10261599" cy="88771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5AAD89B-53BD-4735-B88D-8353094681B1}">
      <dsp:nvSpPr>
        <dsp:cNvPr id="0" name=""/>
        <dsp:cNvSpPr/>
      </dsp:nvSpPr>
      <dsp:spPr>
        <a:xfrm>
          <a:off x="268532" y="2419392"/>
          <a:ext cx="488241" cy="488241"/>
        </a:xfrm>
        <a:prstGeom prst="rect">
          <a:avLst/>
        </a:prstGeom>
        <a:blipFill>
          <a:blip xmlns:r="http://schemas.openxmlformats.org/officeDocument/2006/relationships"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A2CF1E1-E62E-4FEC-90EA-8DD2B5E478C0}">
      <dsp:nvSpPr>
        <dsp:cNvPr id="0" name=""/>
        <dsp:cNvSpPr/>
      </dsp:nvSpPr>
      <dsp:spPr>
        <a:xfrm>
          <a:off x="1025306" y="2219657"/>
          <a:ext cx="9236293" cy="8877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3949" tIns="93949" rIns="93949" bIns="93949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https://</a:t>
          </a:r>
          <a:r>
            <a:rPr lang="en-US" sz="2500" kern="1200" err="1"/>
            <a:t>resume.metts.today</a:t>
          </a:r>
          <a:endParaRPr lang="en-US" sz="2500" kern="1200"/>
        </a:p>
      </dsp:txBody>
      <dsp:txXfrm>
        <a:off x="1025306" y="2219657"/>
        <a:ext cx="9236293" cy="88771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0.57421</cdr:x>
      <cdr:y>0</cdr:y>
    </cdr:from>
    <cdr:to>
      <cdr:x>1</cdr:x>
      <cdr:y>0.08254</cdr:y>
    </cdr:to>
    <cdr:sp macro="" textlink="">
      <cdr:nvSpPr>
        <cdr:cNvPr id="2" name="Text 23">
          <a:extLst xmlns:a="http://schemas.openxmlformats.org/drawingml/2006/main">
            <a:ext uri="{FF2B5EF4-FFF2-40B4-BE49-F238E27FC236}">
              <a16:creationId xmlns:a16="http://schemas.microsoft.com/office/drawing/2014/main" id="{55FD7454-C378-0DD1-2AB6-6B0C8EEDF00C}"/>
            </a:ext>
          </a:extLst>
        </cdr:cNvPr>
        <cdr:cNvSpPr/>
      </cdr:nvSpPr>
      <cdr:spPr>
        <a:xfrm xmlns:a="http://schemas.openxmlformats.org/drawingml/2006/main">
          <a:off x="4439285" y="-2638425"/>
          <a:ext cx="3291840" cy="256032"/>
        </a:xfrm>
        <a:prstGeom xmlns:a="http://schemas.openxmlformats.org/drawingml/2006/main" prst="rect">
          <a:avLst/>
        </a:prstGeom>
        <a:noFill xmlns:a="http://schemas.openxmlformats.org/drawingml/2006/main"/>
        <a:ln xmlns:a="http://schemas.openxmlformats.org/drawingml/2006/main"/>
      </cdr:spPr>
      <cdr:txBody>
        <a:bodyPr xmlns:a="http://schemas.openxmlformats.org/drawingml/2006/main" wrap="square" rtlCol="0" anchor="ctr"/>
        <a:lstStyle xmlns:a="http://schemas.openxmlformats.org/drawingml/2006/main">
          <a:defPPr>
            <a:defRPr lang="en-US"/>
          </a:defPPr>
          <a:lvl1pPr marL="0" algn="l" defTabSz="4572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1pPr>
          <a:lvl2pPr marL="457200" algn="l" defTabSz="4572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2pPr>
          <a:lvl3pPr marL="914400" algn="l" defTabSz="4572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3pPr>
          <a:lvl4pPr marL="1371600" algn="l" defTabSz="4572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4pPr>
          <a:lvl5pPr marL="1828800" algn="l" defTabSz="4572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5pPr>
          <a:lvl6pPr marL="2286000" algn="l" defTabSz="4572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6pPr>
          <a:lvl7pPr marL="2743200" algn="l" defTabSz="4572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7pPr>
          <a:lvl8pPr marL="3200400" algn="l" defTabSz="4572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8pPr>
          <a:lvl9pPr marL="3657600" algn="l" defTabSz="4572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marL="0" indent="0" algn="ctr">
            <a:buNone/>
          </a:pPr>
          <a:r>
            <a:rPr lang="en-US" sz="1000" b="1" dirty="0">
              <a:solidFill>
                <a:srgbClr val="334155"/>
              </a:solidFill>
              <a:latin typeface="Calibri" pitchFamily="34" charset="0"/>
              <a:ea typeface="Calibri" pitchFamily="34" charset="-122"/>
              <a:cs typeface="Calibri" pitchFamily="34" charset="-120"/>
            </a:rPr>
            <a:t>채택률 vs 신뢰도 (2023→2025)</a:t>
          </a:r>
          <a:endParaRPr lang="en-US" sz="1000" dirty="0"/>
        </a:p>
      </cdr:txBody>
    </cdr:sp>
  </cdr:relSizeAnchor>
</c:userShape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K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DBACDC-AC7A-EC4D-A98E-419479F7D82E}" type="datetimeFigureOut">
              <a:rPr lang="en-KR" smtClean="0"/>
              <a:t>02/26/2026</a:t>
            </a:fld>
            <a:endParaRPr lang="en-K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K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K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4C7767A-BFB0-D141-80DD-5544D64E8D46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2556910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9EBBA-996F-894A-B54A-D6246ED52CEA}" type="datetimeFigureOut">
              <a:rPr lang="en-US" smtClean="0"/>
              <a:pPr/>
              <a:t>2/26/2026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940573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A1323-8D79-1946-B0D7-40001CF92E9D}" type="datetimeFigureOut">
              <a:rPr lang="en-US" smtClean="0"/>
              <a:pPr/>
              <a:t>2/26/2026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89024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A1846-DA80-1C48-A609-854EA85C59AD}" type="datetimeFigureOut">
              <a:rPr lang="en-US" smtClean="0"/>
              <a:pPr/>
              <a:t>2/26/2026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26459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02355-E14B-8545-A8F8-0FE83CC9D524}" type="datetimeFigureOut">
              <a:rPr lang="en-US" smtClean="0"/>
              <a:pPr/>
              <a:t>2/26/2026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93550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2/26/2026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281289681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3A34C8-038E-2045-AF43-DF7DBB8E0E9E}" type="datetimeFigureOut">
              <a:rPr lang="en-US" smtClean="0"/>
              <a:pPr/>
              <a:t>2/26/2026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19650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8C68F-D26B-8F47-958C-23B49CF8A634}" type="datetimeFigureOut">
              <a:rPr lang="en-US" smtClean="0"/>
              <a:pPr/>
              <a:t>2/26/2026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34888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F5E60-9974-AC48-9591-99C2BB44B7CF}" type="datetimeFigureOut">
              <a:rPr lang="en-US" smtClean="0"/>
              <a:pPr/>
              <a:t>2/26/2026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12774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09B482E8-6E0E-1B4F-B1FD-C69DB9E858D9}" type="datetimeFigureOut">
              <a:rPr lang="en-US" smtClean="0"/>
              <a:pPr/>
              <a:t>2/26/2026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7104380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C52C72-DE31-F449-A4ED-4C594FD91407}" type="datetimeFigureOut">
              <a:rPr lang="en-US" smtClean="0"/>
              <a:pPr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55706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62726E-379B-B349-9EED-81ED093FA806}" type="datetimeFigureOut">
              <a:rPr lang="en-US" smtClean="0"/>
              <a:pPr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20177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09B482E8-6E0E-1B4F-B1FD-C69DB9E858D9}" type="datetimeFigureOut">
              <a:rPr lang="en-US" smtClean="0"/>
              <a:pPr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74505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4" r:id="rId1"/>
    <p:sldLayoutId id="2147483705" r:id="rId2"/>
    <p:sldLayoutId id="2147483706" r:id="rId3"/>
    <p:sldLayoutId id="2147483707" r:id="rId4"/>
    <p:sldLayoutId id="2147483708" r:id="rId5"/>
    <p:sldLayoutId id="2147483709" r:id="rId6"/>
    <p:sldLayoutId id="2147483710" r:id="rId7"/>
    <p:sldLayoutId id="2147483711" r:id="rId8"/>
    <p:sldLayoutId id="2147483712" r:id="rId9"/>
    <p:sldLayoutId id="2147483713" r:id="rId10"/>
    <p:sldLayoutId id="2147483714" r:id="rId11"/>
  </p:sldLayoutIdLst>
  <p:hf sldNum="0"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3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svg"/><Relationship Id="rId4" Type="http://schemas.openxmlformats.org/officeDocument/2006/relationships/image" Target="../media/image5.svg"/><Relationship Id="rId9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survey.stackoverflow.co/2024/technology" TargetMode="Externa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jpe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7" Type="http://schemas.openxmlformats.org/officeDocument/2006/relationships/image" Target="../media/image28.png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87D3A4E0-C908-4EA9-ABDF-E82AD6BDEF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tx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E6D07CA-0F5D-C1A6-3A79-243A740A66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00200" y="2363323"/>
            <a:ext cx="8991600" cy="1692771"/>
          </a:xfrm>
        </p:spPr>
        <p:txBody>
          <a:bodyPr>
            <a:normAutofit/>
          </a:bodyPr>
          <a:lstStyle/>
          <a:p>
            <a:r>
              <a:rPr lang="ko-KR" altLang="en-US"/>
              <a:t>자동완성에서 에이전트까지</a:t>
            </a:r>
            <a:endParaRPr lang="en-K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465F14C-8975-04F6-18C9-8C6F468503A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79220" y="5374888"/>
            <a:ext cx="3995955" cy="758282"/>
          </a:xfrm>
        </p:spPr>
        <p:txBody>
          <a:bodyPr>
            <a:normAutofit/>
          </a:bodyPr>
          <a:lstStyle/>
          <a:p>
            <a:pPr algn="r"/>
            <a:r>
              <a:rPr lang="ko-KR" altLang="en-US">
                <a:solidFill>
                  <a:schemeClr val="bg1"/>
                </a:solidFill>
              </a:rPr>
              <a:t>프롬프트로 돌아보는 개발자와 </a:t>
            </a:r>
            <a:r>
              <a:rPr lang="en-US">
                <a:solidFill>
                  <a:schemeClr val="bg1"/>
                </a:solidFill>
              </a:rPr>
              <a:t>AI</a:t>
            </a:r>
            <a:endParaRPr lang="en-KR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691318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AC6B56-42EC-E1EC-9A96-1026C16EAA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err="1"/>
              <a:t>저는요</a:t>
            </a:r>
            <a:endParaRPr lang="en-K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BAD928-A984-AC1C-4FB2-AA764C5D15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6" y="2638044"/>
            <a:ext cx="5909254" cy="3101983"/>
          </a:xfrm>
        </p:spPr>
        <p:txBody>
          <a:bodyPr/>
          <a:lstStyle/>
          <a:p>
            <a:r>
              <a:rPr lang="en-KR"/>
              <a:t>C/C++ </a:t>
            </a:r>
            <a:r>
              <a:rPr lang="ko-KR" altLang="en-US"/>
              <a:t> 기반 데이터베이스 접근제어 보안 소프트웨어</a:t>
            </a:r>
            <a:endParaRPr lang="en-US" altLang="ko-KR"/>
          </a:p>
          <a:p>
            <a:r>
              <a:rPr lang="ko-KR" altLang="en-US"/>
              <a:t>메타버스 서비스</a:t>
            </a:r>
            <a:endParaRPr lang="en-US" altLang="ko-KR"/>
          </a:p>
          <a:p>
            <a:r>
              <a:rPr lang="ko-KR" altLang="en-US"/>
              <a:t>블록체인 상 탈</a:t>
            </a:r>
            <a:r>
              <a:rPr lang="en-US" altLang="ko-KR"/>
              <a:t>-</a:t>
            </a:r>
            <a:r>
              <a:rPr lang="ko-KR" altLang="en-US"/>
              <a:t>중앙 </a:t>
            </a:r>
            <a:r>
              <a:rPr lang="en-US"/>
              <a:t>NFT </a:t>
            </a:r>
            <a:r>
              <a:rPr lang="ko-KR" altLang="en-US"/>
              <a:t>거래 엔진</a:t>
            </a:r>
            <a:endParaRPr lang="en-US" altLang="ko-KR"/>
          </a:p>
          <a:p>
            <a:r>
              <a:rPr lang="ko-KR" altLang="en-US"/>
              <a:t>교육 플랫폼 </a:t>
            </a:r>
            <a:r>
              <a:rPr lang="en-US" altLang="ko-KR"/>
              <a:t>– LLM </a:t>
            </a:r>
            <a:r>
              <a:rPr lang="ko-KR" altLang="en-US"/>
              <a:t>파이프라인</a:t>
            </a:r>
            <a:endParaRPr lang="en-US" altLang="ko-KR"/>
          </a:p>
          <a:p>
            <a:r>
              <a:rPr lang="ko-KR" altLang="en-US"/>
              <a:t>교육업계 </a:t>
            </a:r>
            <a:r>
              <a:rPr lang="ko-KR" altLang="en-US" err="1"/>
              <a:t>비대면</a:t>
            </a:r>
            <a:r>
              <a:rPr lang="ko-KR" altLang="en-US"/>
              <a:t> 결제 플랫폼 </a:t>
            </a:r>
            <a:r>
              <a:rPr lang="en-US" altLang="ko-KR"/>
              <a:t>– PG, </a:t>
            </a:r>
            <a:r>
              <a:rPr lang="ko-KR" altLang="en-US"/>
              <a:t>온라인  </a:t>
            </a:r>
            <a:r>
              <a:rPr lang="en-US" altLang="ko-KR"/>
              <a:t>VAN</a:t>
            </a:r>
          </a:p>
          <a:p>
            <a:endParaRPr lang="en-US"/>
          </a:p>
          <a:p>
            <a:r>
              <a:rPr lang="ko-KR" altLang="en-US"/>
              <a:t>김영민 </a:t>
            </a:r>
            <a:r>
              <a:rPr lang="en-US" altLang="ko-KR"/>
              <a:t>(30</a:t>
            </a:r>
            <a:r>
              <a:rPr lang="ko-KR" altLang="en-US"/>
              <a:t>대 남성</a:t>
            </a:r>
            <a:r>
              <a:rPr lang="en-US" altLang="ko-KR"/>
              <a:t>,</a:t>
            </a:r>
            <a:r>
              <a:rPr lang="ko-KR" altLang="en-US"/>
              <a:t> 무직</a:t>
            </a:r>
            <a:r>
              <a:rPr lang="en-US" altLang="ko-KR"/>
              <a:t>)</a:t>
            </a:r>
            <a:r>
              <a:rPr lang="ko-KR" altLang="en-US"/>
              <a:t> </a:t>
            </a:r>
            <a:r>
              <a:rPr lang="en-US" altLang="ko-KR"/>
              <a:t>–</a:t>
            </a:r>
            <a:r>
              <a:rPr lang="ko-KR" altLang="en-US"/>
              <a:t> </a:t>
            </a:r>
            <a:r>
              <a:rPr lang="en-US" altLang="ko-KR"/>
              <a:t>(BE</a:t>
            </a:r>
            <a:r>
              <a:rPr lang="ko-KR" altLang="en-US"/>
              <a:t>기반</a:t>
            </a:r>
            <a:r>
              <a:rPr lang="en-US" altLang="ko-KR"/>
              <a:t>)</a:t>
            </a:r>
            <a:r>
              <a:rPr lang="ko-KR" altLang="en-US"/>
              <a:t> 서비스 엔지니어</a:t>
            </a:r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673462570"/>
      </p:ext>
    </p:extLst>
  </p:cSld>
  <p:clrMapOvr>
    <a:masterClrMapping/>
  </p:clrMapOvr>
  <p:transition spd="slow">
    <p:push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E866FF9-A729-45F0-A163-10E89E8716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738255" cy="68580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B0E631B-FB8C-AECD-B4DD-4ECFEEC3C8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2681105"/>
            <a:ext cx="3401568" cy="1495794"/>
          </a:xfrm>
          <a:solidFill>
            <a:srgbClr val="FFFFFF"/>
          </a:solidFill>
          <a:ln>
            <a:solidFill>
              <a:srgbClr val="262626"/>
            </a:solidFill>
          </a:ln>
        </p:spPr>
        <p:txBody>
          <a:bodyPr>
            <a:normAutofit/>
          </a:bodyPr>
          <a:lstStyle/>
          <a:p>
            <a:r>
              <a:rPr lang="ko-KR" altLang="en-US"/>
              <a:t>목차</a:t>
            </a:r>
            <a:endParaRPr lang="en-KR"/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A804366F-2366-4688-98E7-B101C7BC61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53278" y="0"/>
            <a:ext cx="7438722" cy="68579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D1A3C5EE-A57E-2482-F492-603A44B710F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61428970"/>
              </p:ext>
              <p:ext uri="{E7BDC344-281C-4309-B0C6-D0EE65EED2A8}">
                <p202:designPr xmlns:p202="http://schemas.microsoft.com/office/powerpoint/2020/02/main">
                  <p202:designTagLst>
                    <p202:designTag name="ARCH:1:CLS" val="StackedKeyContentTable"/>
                  </p202:designTagLst>
                </p202:designPr>
              </p:ext>
            </p:extLst>
          </p:nvPr>
        </p:nvGraphicFramePr>
        <p:xfrm>
          <a:off x="5397499" y="840805"/>
          <a:ext cx="6564041" cy="4874770"/>
        </p:xfrm>
        <a:graphic>
          <a:graphicData uri="http://schemas.openxmlformats.org/drawingml/2006/table">
            <a:tbl>
              <a:tblPr bandRow="1">
                <a:noFill/>
                <a:tableStyleId>{5C22544A-7EE6-4342-B048-85BDC9FD1C3A}</a:tableStyleId>
              </a:tblPr>
              <a:tblGrid>
                <a:gridCol w="1628962">
                  <a:extLst>
                    <a:ext uri="{9D8B030D-6E8A-4147-A177-3AD203B41FA5}">
                      <a16:colId xmlns:a16="http://schemas.microsoft.com/office/drawing/2014/main" val="4168379634"/>
                    </a:ext>
                  </a:extLst>
                </a:gridCol>
                <a:gridCol w="4935079">
                  <a:extLst>
                    <a:ext uri="{9D8B030D-6E8A-4147-A177-3AD203B41FA5}">
                      <a16:colId xmlns:a16="http://schemas.microsoft.com/office/drawing/2014/main" val="1627479588"/>
                    </a:ext>
                  </a:extLst>
                </a:gridCol>
              </a:tblGrid>
              <a:tr h="9749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600" b="1" cap="none" spc="0">
                          <a:solidFill>
                            <a:schemeClr val="tx1"/>
                          </a:solidFill>
                        </a:rPr>
                        <a:t>0</a:t>
                      </a:r>
                      <a:r>
                        <a:rPr lang="ko-KR" altLang="en-US" sz="1600" b="1" cap="none" spc="0">
                          <a:solidFill>
                            <a:schemeClr val="tx1"/>
                          </a:solidFill>
                        </a:rPr>
                        <a:t>장</a:t>
                      </a:r>
                      <a:br>
                        <a:rPr lang="en-US" altLang="ko-KR" sz="1600" b="1" cap="none" spc="0">
                          <a:solidFill>
                            <a:schemeClr val="tx1"/>
                          </a:solidFill>
                        </a:rPr>
                      </a:br>
                      <a:r>
                        <a:rPr lang="en-US" altLang="ko-KR" sz="1600" b="1" cap="none" spc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600" b="1" cap="none" spc="0">
                          <a:solidFill>
                            <a:schemeClr val="tx1"/>
                          </a:solidFill>
                        </a:rPr>
                        <a:t>제목</a:t>
                      </a:r>
                      <a:r>
                        <a:rPr lang="en-US" altLang="ko-KR" sz="1600" b="1" cap="none" spc="0">
                          <a:solidFill>
                            <a:schemeClr val="tx1"/>
                          </a:solidFill>
                        </a:rPr>
                        <a:t> &amp; </a:t>
                      </a:r>
                      <a:r>
                        <a:rPr lang="ko-KR" altLang="en-US" sz="1600" b="1" cap="none" spc="0">
                          <a:solidFill>
                            <a:schemeClr val="tx1"/>
                          </a:solidFill>
                        </a:rPr>
                        <a:t>소개</a:t>
                      </a:r>
                    </a:p>
                  </a:txBody>
                  <a:tcPr marL="109137" marR="109137" marT="109137" marB="109137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</a:lnT>
                    <a:lnB w="635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en-US" altLang="ko-KR" sz="1600" b="0" cap="none" spc="0">
                        <a:solidFill>
                          <a:schemeClr val="tx1"/>
                        </a:solidFill>
                      </a:endParaRPr>
                    </a:p>
                  </a:txBody>
                  <a:tcPr marL="109137" marR="109137" marT="109137" marB="10913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</a:lnT>
                    <a:lnB w="6350" cap="flat" cmpd="sng" algn="ctr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7309841"/>
                  </a:ext>
                </a:extLst>
              </a:tr>
              <a:tr h="9749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600" b="1" cap="none" spc="0">
                          <a:solidFill>
                            <a:schemeClr val="tx1"/>
                          </a:solidFill>
                        </a:rPr>
                        <a:t>1</a:t>
                      </a:r>
                      <a:r>
                        <a:rPr lang="ko-KR" altLang="en-US" sz="1600" b="1" cap="none" spc="0">
                          <a:solidFill>
                            <a:schemeClr val="tx1"/>
                          </a:solidFill>
                        </a:rPr>
                        <a:t>장</a:t>
                      </a:r>
                      <a:endParaRPr lang="en-US" altLang="ko-KR" sz="1600" b="1" cap="none" spc="0">
                        <a:solidFill>
                          <a:schemeClr val="tx1"/>
                        </a:solidFill>
                      </a:endParaRPr>
                    </a:p>
                    <a:p>
                      <a:pPr>
                        <a:buNone/>
                      </a:pPr>
                      <a:r>
                        <a:rPr lang="ko-KR" altLang="en-US" sz="1600" b="1" cap="none" spc="0">
                          <a:solidFill>
                            <a:schemeClr val="tx1"/>
                          </a:solidFill>
                        </a:rPr>
                        <a:t>코드 써주세요</a:t>
                      </a:r>
                    </a:p>
                  </a:txBody>
                  <a:tcPr marL="109137" marR="109137" marT="109137" marB="109137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</a:lnT>
                    <a:lnB w="635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600" b="0" cap="none" spc="0">
                          <a:solidFill>
                            <a:schemeClr val="tx1"/>
                          </a:solidFill>
                        </a:rPr>
                        <a:t>구현을 묻고</a:t>
                      </a:r>
                      <a:r>
                        <a:rPr lang="en-US" altLang="ko-KR" sz="1600" b="0" cap="none" spc="0">
                          <a:solidFill>
                            <a:schemeClr val="tx1"/>
                          </a:solidFill>
                        </a:rPr>
                        <a:t>, AI</a:t>
                      </a:r>
                      <a:r>
                        <a:rPr lang="ko-KR" altLang="en-US" sz="1600" b="0" cap="none" spc="0">
                          <a:solidFill>
                            <a:schemeClr val="tx1"/>
                          </a:solidFill>
                        </a:rPr>
                        <a:t>가 쓰는 시대</a:t>
                      </a:r>
                      <a:endParaRPr lang="en-US" altLang="ko-KR" sz="1600" b="0" cap="none" spc="0">
                        <a:solidFill>
                          <a:schemeClr val="tx1"/>
                        </a:solidFill>
                      </a:endParaRPr>
                    </a:p>
                  </a:txBody>
                  <a:tcPr marL="109137" marR="109137" marT="109137" marB="10913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</a:lnT>
                    <a:lnB w="6350" cap="flat" cmpd="sng" algn="ctr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82771020"/>
                  </a:ext>
                </a:extLst>
              </a:tr>
              <a:tr h="9749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600" b="1" cap="none" spc="0">
                          <a:solidFill>
                            <a:schemeClr val="tx1"/>
                          </a:solidFill>
                        </a:rPr>
                        <a:t>2</a:t>
                      </a:r>
                      <a:r>
                        <a:rPr lang="ko-KR" altLang="en-US" sz="1600" b="1" cap="none" spc="0">
                          <a:solidFill>
                            <a:schemeClr val="tx1"/>
                          </a:solidFill>
                        </a:rPr>
                        <a:t>장</a:t>
                      </a:r>
                      <a:endParaRPr lang="en-US" altLang="ko-KR" sz="1600" b="1" cap="none" spc="0">
                        <a:solidFill>
                          <a:schemeClr val="tx1"/>
                        </a:solidFill>
                      </a:endParaRPr>
                    </a:p>
                    <a:p>
                      <a:pPr>
                        <a:buNone/>
                      </a:pPr>
                      <a:r>
                        <a:rPr lang="ko-KR" altLang="en-US" sz="1600" b="1" cap="none" spc="0">
                          <a:solidFill>
                            <a:schemeClr val="tx1"/>
                          </a:solidFill>
                        </a:rPr>
                        <a:t>이 안에서 구현해주세요</a:t>
                      </a:r>
                    </a:p>
                  </a:txBody>
                  <a:tcPr marL="109137" marR="109137" marT="109137" marB="109137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</a:lnT>
                    <a:lnB w="635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600" b="0" cap="none" spc="0">
                          <a:solidFill>
                            <a:schemeClr val="tx1"/>
                          </a:solidFill>
                        </a:rPr>
                        <a:t>AI</a:t>
                      </a:r>
                      <a:r>
                        <a:rPr lang="ko-KR" altLang="en-US" sz="1600" b="0" cap="none" spc="0">
                          <a:solidFill>
                            <a:schemeClr val="tx1"/>
                          </a:solidFill>
                        </a:rPr>
                        <a:t>가 코드를 쓸 때 울타리를 잘 치는 </a:t>
                      </a:r>
                      <a:r>
                        <a:rPr lang="en-US" altLang="ko-KR" sz="1600" b="0" cap="none" spc="0">
                          <a:solidFill>
                            <a:schemeClr val="tx1"/>
                          </a:solidFill>
                        </a:rPr>
                        <a:t>‘</a:t>
                      </a:r>
                      <a:r>
                        <a:rPr lang="ko-KR" altLang="en-US" sz="1600" b="1" cap="none" spc="0">
                          <a:solidFill>
                            <a:schemeClr val="tx1"/>
                          </a:solidFill>
                        </a:rPr>
                        <a:t>프롬프트 엔지니어링</a:t>
                      </a:r>
                      <a:r>
                        <a:rPr lang="en-US" altLang="ko-KR" sz="1600" b="0" cap="none" spc="0">
                          <a:solidFill>
                            <a:schemeClr val="tx1"/>
                          </a:solidFill>
                        </a:rPr>
                        <a:t>’</a:t>
                      </a:r>
                    </a:p>
                  </a:txBody>
                  <a:tcPr marL="109137" marR="109137" marT="109137" marB="10913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</a:lnT>
                    <a:lnB w="6350" cap="flat" cmpd="sng" algn="ctr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3205788"/>
                  </a:ext>
                </a:extLst>
              </a:tr>
              <a:tr h="9749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600" b="1" cap="none" spc="0">
                          <a:solidFill>
                            <a:schemeClr val="tx1"/>
                          </a:solidFill>
                        </a:rPr>
                        <a:t>3</a:t>
                      </a:r>
                      <a:r>
                        <a:rPr lang="ko-KR" altLang="en-US" sz="1600" b="1" cap="none" spc="0">
                          <a:solidFill>
                            <a:schemeClr val="tx1"/>
                          </a:solidFill>
                        </a:rPr>
                        <a:t>장</a:t>
                      </a:r>
                      <a:endParaRPr lang="en-US" altLang="ko-KR" sz="1600" b="1" cap="none" spc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b="1" cap="none" spc="0">
                          <a:solidFill>
                            <a:schemeClr val="tx1"/>
                          </a:solidFill>
                        </a:rPr>
                        <a:t>이 문제를 해결해주세요</a:t>
                      </a:r>
                      <a:endParaRPr lang="en-US" altLang="ko-KR" sz="1600" b="1" cap="none" spc="0">
                        <a:solidFill>
                          <a:schemeClr val="tx1"/>
                        </a:solidFill>
                      </a:endParaRPr>
                    </a:p>
                  </a:txBody>
                  <a:tcPr marL="109137" marR="109137" marT="109137" marB="109137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</a:lnT>
                    <a:lnB w="635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600" b="0" cap="none" spc="0">
                          <a:solidFill>
                            <a:schemeClr val="tx1"/>
                          </a:solidFill>
                        </a:rPr>
                        <a:t>에이전트가 직접 프로젝트 구성</a:t>
                      </a:r>
                      <a:r>
                        <a:rPr lang="en-US" altLang="ko-KR" sz="1600" b="0" cap="none" spc="0">
                          <a:solidFill>
                            <a:schemeClr val="tx1"/>
                          </a:solidFill>
                        </a:rPr>
                        <a:t>,</a:t>
                      </a:r>
                      <a:r>
                        <a:rPr lang="ko-KR" altLang="en-US" sz="1600" b="0" cap="none" spc="0">
                          <a:solidFill>
                            <a:schemeClr val="tx1"/>
                          </a:solidFill>
                        </a:rPr>
                        <a:t> 탐색</a:t>
                      </a:r>
                      <a:r>
                        <a:rPr lang="en-US" altLang="ko-KR" sz="1600" b="0" cap="none" spc="0">
                          <a:solidFill>
                            <a:schemeClr val="tx1"/>
                          </a:solidFill>
                        </a:rPr>
                        <a:t>,</a:t>
                      </a:r>
                      <a:r>
                        <a:rPr lang="ko-KR" altLang="en-US" sz="1600" b="0" cap="none" spc="0">
                          <a:solidFill>
                            <a:schemeClr val="tx1"/>
                          </a:solidFill>
                        </a:rPr>
                        <a:t> 계획을 통해 문제 해결</a:t>
                      </a:r>
                      <a:endParaRPr lang="en-US" altLang="ko-KR" sz="1600" b="0" cap="none" spc="0">
                        <a:solidFill>
                          <a:schemeClr val="tx1"/>
                        </a:solidFill>
                      </a:endParaRPr>
                    </a:p>
                  </a:txBody>
                  <a:tcPr marL="109137" marR="109137" marT="109137" marB="10913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</a:lnT>
                    <a:lnB w="6350" cap="flat" cmpd="sng" algn="ctr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00000435"/>
                  </a:ext>
                </a:extLst>
              </a:tr>
              <a:tr h="9749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600" b="1" cap="none" spc="0">
                          <a:solidFill>
                            <a:schemeClr val="tx1"/>
                          </a:solidFill>
                        </a:rPr>
                        <a:t>4</a:t>
                      </a:r>
                      <a:r>
                        <a:rPr lang="ko-KR" altLang="en-US" sz="1600" b="1" cap="none" spc="0">
                          <a:solidFill>
                            <a:schemeClr val="tx1"/>
                          </a:solidFill>
                        </a:rPr>
                        <a:t>장</a:t>
                      </a:r>
                      <a:endParaRPr lang="en-US" altLang="ko-KR" sz="1600" b="1" cap="none" spc="0">
                        <a:solidFill>
                          <a:schemeClr val="tx1"/>
                        </a:solidFill>
                      </a:endParaRPr>
                    </a:p>
                    <a:p>
                      <a:pPr>
                        <a:buNone/>
                      </a:pPr>
                      <a:r>
                        <a:rPr lang="ko-KR" altLang="en-US" sz="1600" b="1" cap="none" spc="0">
                          <a:solidFill>
                            <a:schemeClr val="tx1"/>
                          </a:solidFill>
                        </a:rPr>
                        <a:t>결론</a:t>
                      </a:r>
                    </a:p>
                  </a:txBody>
                  <a:tcPr marL="109137" marR="109137" marT="109137" marB="109137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</a:lnT>
                    <a:lnB w="635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600" b="0" cap="none" spc="0">
                          <a:solidFill>
                            <a:schemeClr val="tx1"/>
                          </a:solidFill>
                        </a:rPr>
                        <a:t>우리는 뭐하는 사람일까요</a:t>
                      </a:r>
                      <a:endParaRPr lang="en-US" altLang="ko-KR" sz="1600" b="0" cap="none" spc="0">
                        <a:solidFill>
                          <a:schemeClr val="tx1"/>
                        </a:solidFill>
                      </a:endParaRPr>
                    </a:p>
                  </a:txBody>
                  <a:tcPr marL="109137" marR="109137" marT="109137" marB="10913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</a:lnT>
                    <a:lnB w="6350" cap="flat" cmpd="sng" algn="ctr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90566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0418337"/>
      </p:ext>
    </p:extLst>
  </p:cSld>
  <p:clrMapOvr>
    <a:masterClrMapping/>
  </p:clrMapOvr>
  <p:transition spd="slow">
    <p:push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84167985-D6E9-40FF-97C0-4B6D373E85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68" y="640080"/>
            <a:ext cx="10911865" cy="4626864"/>
          </a:xfrm>
          <a:prstGeom prst="rect">
            <a:avLst/>
          </a:prstGeom>
          <a:noFill/>
          <a:ln w="317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8801362-349C-44BE-BEF6-8E926E1D38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6196" y="804672"/>
            <a:ext cx="10579608" cy="4297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529B390-DF9C-334E-B669-B88292DF70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2729" y="1289303"/>
            <a:ext cx="9638443" cy="3339303"/>
          </a:xfrm>
          <a:ln>
            <a:noFill/>
          </a:ln>
        </p:spPr>
        <p:txBody>
          <a:bodyPr vert="horz" lIns="274320" tIns="182880" rIns="274320" bIns="182880" rtlCol="0" anchor="ctr" anchorCtr="1">
            <a:normAutofit/>
          </a:bodyPr>
          <a:lstStyle/>
          <a:p>
            <a:r>
              <a:rPr lang="en-US" altLang="ko-KR" sz="5000" kern="1200" cap="all" spc="200" baseline="0">
                <a:solidFill>
                  <a:srgbClr val="262626"/>
                </a:solidFill>
                <a:latin typeface="+mj-lt"/>
                <a:ea typeface="+mj-ea"/>
                <a:cs typeface="+mj-cs"/>
              </a:rPr>
              <a:t>1</a:t>
            </a:r>
            <a:r>
              <a:rPr lang="ko-KR" altLang="en-US" sz="5000" kern="1200" cap="all" spc="200" baseline="0">
                <a:solidFill>
                  <a:srgbClr val="262626"/>
                </a:solidFill>
                <a:latin typeface="+mj-lt"/>
                <a:ea typeface="+mj-ea"/>
                <a:cs typeface="+mj-cs"/>
              </a:rPr>
              <a:t>장</a:t>
            </a:r>
            <a:r>
              <a:rPr lang="ko-KR" altLang="en-US" sz="5000"/>
              <a:t> </a:t>
            </a:r>
            <a:r>
              <a:rPr lang="ko-KR" altLang="en-US" sz="5400" b="1" cap="none" spc="0">
                <a:solidFill>
                  <a:schemeClr val="tx1"/>
                </a:solidFill>
              </a:rPr>
              <a:t>코드 써주세요</a:t>
            </a:r>
            <a:endParaRPr lang="en-US" sz="5000" kern="1200" cap="all" spc="200" baseline="0">
              <a:solidFill>
                <a:srgbClr val="262626"/>
              </a:solidFill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42081180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그룹 3">
            <a:extLst>
              <a:ext uri="{FF2B5EF4-FFF2-40B4-BE49-F238E27FC236}">
                <a16:creationId xmlns:a16="http://schemas.microsoft.com/office/drawing/2014/main" id="{CC9BFF53-6B23-FE69-1439-826BE327C552}"/>
              </a:ext>
            </a:extLst>
          </p:cNvPr>
          <p:cNvGrpSpPr/>
          <p:nvPr/>
        </p:nvGrpSpPr>
        <p:grpSpPr>
          <a:xfrm>
            <a:off x="1497237" y="3204910"/>
            <a:ext cx="2627228" cy="2945214"/>
            <a:chOff x="1497237" y="3204910"/>
            <a:chExt cx="2627228" cy="2945214"/>
          </a:xfrm>
        </p:grpSpPr>
        <p:sp>
          <p:nvSpPr>
            <p:cNvPr id="7" name="Shape 19">
              <a:extLst>
                <a:ext uri="{FF2B5EF4-FFF2-40B4-BE49-F238E27FC236}">
                  <a16:creationId xmlns:a16="http://schemas.microsoft.com/office/drawing/2014/main" id="{848F2867-E2D6-8207-FB41-8A7B2840D4B4}"/>
                </a:ext>
              </a:extLst>
            </p:cNvPr>
            <p:cNvSpPr/>
            <p:nvPr/>
          </p:nvSpPr>
          <p:spPr>
            <a:xfrm>
              <a:off x="1497237" y="5418604"/>
              <a:ext cx="2560320" cy="731520"/>
            </a:xfrm>
            <a:prstGeom prst="rect">
              <a:avLst/>
            </a:prstGeom>
            <a:solidFill>
              <a:srgbClr val="F5F3FF"/>
            </a:solidFill>
            <a:ln w="12700">
              <a:solidFill>
                <a:srgbClr val="DDD6FE"/>
              </a:solidFill>
              <a:prstDash val="solid"/>
            </a:ln>
          </p:spPr>
          <p:txBody>
            <a:bodyPr/>
            <a:lstStyle/>
            <a:p>
              <a:endParaRPr lang="en-KR"/>
            </a:p>
          </p:txBody>
        </p:sp>
        <p:sp>
          <p:nvSpPr>
            <p:cNvPr id="8" name="Text 20">
              <a:extLst>
                <a:ext uri="{FF2B5EF4-FFF2-40B4-BE49-F238E27FC236}">
                  <a16:creationId xmlns:a16="http://schemas.microsoft.com/office/drawing/2014/main" id="{10315BE7-5E34-7E46-B770-F34A6E3D3152}"/>
                </a:ext>
              </a:extLst>
            </p:cNvPr>
            <p:cNvSpPr/>
            <p:nvPr/>
          </p:nvSpPr>
          <p:spPr>
            <a:xfrm>
              <a:off x="1497237" y="5418604"/>
              <a:ext cx="2560320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b"/>
            <a:lstStyle/>
            <a:p>
              <a:pPr marL="0" indent="0" algn="ctr">
                <a:buNone/>
              </a:pPr>
              <a:r>
                <a:rPr lang="en-US" sz="1400" b="1">
                  <a:solidFill>
                    <a:srgbClr val="5B21B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Tabnine</a:t>
              </a:r>
              <a:endParaRPr lang="en-US" sz="1400"/>
            </a:p>
          </p:txBody>
        </p:sp>
        <p:sp>
          <p:nvSpPr>
            <p:cNvPr id="9" name="Text 21">
              <a:extLst>
                <a:ext uri="{FF2B5EF4-FFF2-40B4-BE49-F238E27FC236}">
                  <a16:creationId xmlns:a16="http://schemas.microsoft.com/office/drawing/2014/main" id="{E2318ACE-85FE-3628-AD60-0E7D37984C41}"/>
                </a:ext>
              </a:extLst>
            </p:cNvPr>
            <p:cNvSpPr/>
            <p:nvPr/>
          </p:nvSpPr>
          <p:spPr>
            <a:xfrm>
              <a:off x="1497237" y="5830084"/>
              <a:ext cx="256032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sz="900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통계·ML 기반 코드 자동완성</a:t>
              </a:r>
              <a:endParaRPr lang="en-US" sz="900"/>
            </a:p>
          </p:txBody>
        </p:sp>
        <p:sp>
          <p:nvSpPr>
            <p:cNvPr id="10" name="Shape 22">
              <a:extLst>
                <a:ext uri="{FF2B5EF4-FFF2-40B4-BE49-F238E27FC236}">
                  <a16:creationId xmlns:a16="http://schemas.microsoft.com/office/drawing/2014/main" id="{928D091F-67BA-D744-4C00-57AA0862EFB8}"/>
                </a:ext>
              </a:extLst>
            </p:cNvPr>
            <p:cNvSpPr/>
            <p:nvPr/>
          </p:nvSpPr>
          <p:spPr>
            <a:xfrm>
              <a:off x="1564145" y="3204910"/>
              <a:ext cx="2560320" cy="731520"/>
            </a:xfrm>
            <a:prstGeom prst="rect">
              <a:avLst/>
            </a:prstGeom>
            <a:solidFill>
              <a:srgbClr val="F0F9FF"/>
            </a:solidFill>
            <a:ln w="12700">
              <a:solidFill>
                <a:srgbClr val="BAE6FD"/>
              </a:solidFill>
              <a:prstDash val="solid"/>
            </a:ln>
          </p:spPr>
          <p:txBody>
            <a:bodyPr/>
            <a:lstStyle/>
            <a:p>
              <a:endParaRPr lang="en-KR"/>
            </a:p>
          </p:txBody>
        </p:sp>
        <p:sp>
          <p:nvSpPr>
            <p:cNvPr id="11" name="Text 23">
              <a:extLst>
                <a:ext uri="{FF2B5EF4-FFF2-40B4-BE49-F238E27FC236}">
                  <a16:creationId xmlns:a16="http://schemas.microsoft.com/office/drawing/2014/main" id="{84032786-7AFC-EFEC-5E48-A80EDAD1E0F4}"/>
                </a:ext>
              </a:extLst>
            </p:cNvPr>
            <p:cNvSpPr/>
            <p:nvPr/>
          </p:nvSpPr>
          <p:spPr>
            <a:xfrm>
              <a:off x="1564145" y="3204910"/>
              <a:ext cx="2560320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b"/>
            <a:lstStyle/>
            <a:p>
              <a:pPr marL="0" indent="0" algn="ctr">
                <a:buNone/>
              </a:pPr>
              <a:r>
                <a:rPr lang="en-US" sz="1400" b="1">
                  <a:solidFill>
                    <a:srgbClr val="0369A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Kite</a:t>
              </a:r>
              <a:endParaRPr lang="en-US" sz="1400"/>
            </a:p>
          </p:txBody>
        </p:sp>
        <p:sp>
          <p:nvSpPr>
            <p:cNvPr id="12" name="Text 24">
              <a:extLst>
                <a:ext uri="{FF2B5EF4-FFF2-40B4-BE49-F238E27FC236}">
                  <a16:creationId xmlns:a16="http://schemas.microsoft.com/office/drawing/2014/main" id="{3B2D225B-35D0-353B-EF77-81826BD5D443}"/>
                </a:ext>
              </a:extLst>
            </p:cNvPr>
            <p:cNvSpPr/>
            <p:nvPr/>
          </p:nvSpPr>
          <p:spPr>
            <a:xfrm>
              <a:off x="1564145" y="3616390"/>
              <a:ext cx="256032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sz="900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ML 기반 코드 예측 + IDE 플러그인</a:t>
              </a:r>
              <a:endParaRPr lang="en-US" sz="90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9C23AD5-ECAB-FA11-33EB-367769EF42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38928" y="964692"/>
            <a:ext cx="6092952" cy="1188720"/>
          </a:xfrm>
        </p:spPr>
        <p:txBody>
          <a:bodyPr>
            <a:normAutofit/>
          </a:bodyPr>
          <a:lstStyle/>
          <a:p>
            <a:r>
              <a:rPr lang="en-US" b="1" err="1">
                <a:latin typeface="Georgia" pitchFamily="34" charset="0"/>
                <a:ea typeface="Georgia" pitchFamily="34" charset="-122"/>
                <a:cs typeface="Georgia" pitchFamily="34" charset="-120"/>
              </a:rPr>
              <a:t>코드</a:t>
            </a:r>
            <a:r>
              <a:rPr lang="en-US" b="1"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b="1" err="1">
                <a:latin typeface="Georgia" pitchFamily="34" charset="0"/>
                <a:ea typeface="Georgia" pitchFamily="34" charset="-122"/>
                <a:cs typeface="Georgia" pitchFamily="34" charset="-120"/>
              </a:rPr>
              <a:t>자동완성의</a:t>
            </a:r>
            <a:r>
              <a:rPr lang="en-US" b="1"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b="1" err="1">
                <a:latin typeface="Georgia" pitchFamily="34" charset="0"/>
                <a:ea typeface="Georgia" pitchFamily="34" charset="-122"/>
                <a:cs typeface="Georgia" pitchFamily="34" charset="-120"/>
              </a:rPr>
              <a:t>시대</a:t>
            </a:r>
            <a:r>
              <a:rPr lang="en-US" b="1">
                <a:latin typeface="Georgia" pitchFamily="34" charset="0"/>
                <a:ea typeface="Georgia" pitchFamily="34" charset="-122"/>
                <a:cs typeface="Georgia" pitchFamily="34" charset="-120"/>
              </a:rPr>
              <a:t> (2021)</a:t>
            </a:r>
            <a:endParaRPr lang="en-KR" b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DD1F5E-05FB-514C-74A0-611F9A7CBA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89646" y="2475145"/>
            <a:ext cx="6142233" cy="3409259"/>
          </a:xfrm>
        </p:spPr>
        <p:txBody>
          <a:bodyPr>
            <a:normAutofit/>
          </a:bodyPr>
          <a:lstStyle/>
          <a:p>
            <a:r>
              <a:rPr lang="en-KR"/>
              <a:t>AI = </a:t>
            </a:r>
            <a:r>
              <a:rPr lang="ko-KR" altLang="en-US"/>
              <a:t>기계 학습</a:t>
            </a:r>
            <a:r>
              <a:rPr lang="en-US" altLang="ko-KR"/>
              <a:t>(</a:t>
            </a:r>
            <a:r>
              <a:rPr lang="en-US"/>
              <a:t>Machine learning</a:t>
            </a:r>
            <a:r>
              <a:rPr lang="en-US" altLang="ko-KR"/>
              <a:t>) </a:t>
            </a:r>
            <a:r>
              <a:rPr lang="ko-KR" altLang="en-US"/>
              <a:t>기반 다음 코드 예측</a:t>
            </a:r>
            <a:endParaRPr lang="en-US" altLang="ko-KR"/>
          </a:p>
          <a:p>
            <a:pPr marL="0" indent="0">
              <a:buNone/>
            </a:pPr>
            <a:r>
              <a:rPr lang="en-US" altLang="ko-KR"/>
              <a:t>Ex) </a:t>
            </a:r>
            <a:r>
              <a:rPr lang="ko-KR" altLang="en-US" err="1"/>
              <a:t>고인물</a:t>
            </a:r>
            <a:r>
              <a:rPr lang="ko-KR" altLang="en-US"/>
              <a:t> 개발자의 코드 템플릿</a:t>
            </a:r>
            <a:endParaRPr lang="en-KR" altLang="ko-KR"/>
          </a:p>
          <a:p>
            <a:pPr marL="0" indent="0">
              <a:buNone/>
            </a:pPr>
            <a:endParaRPr lang="en-US" altLang="ko-KR"/>
          </a:p>
          <a:p>
            <a:pPr marL="0" indent="0">
              <a:buNone/>
            </a:pPr>
            <a:r>
              <a:rPr lang="ko-KR" altLang="en-US"/>
              <a:t>반복 패턴 보완</a:t>
            </a:r>
            <a:r>
              <a:rPr lang="en-US" altLang="ko-KR"/>
              <a:t>,</a:t>
            </a:r>
            <a:r>
              <a:rPr lang="ko-KR" altLang="en-US"/>
              <a:t> 시간 단축</a:t>
            </a:r>
            <a:endParaRPr lang="en-US" altLang="ko-KR"/>
          </a:p>
        </p:txBody>
      </p:sp>
      <p:pic>
        <p:nvPicPr>
          <p:cNvPr id="2054" name="Picture 6" descr="Meet Kite, Your AI-Powered Coding Assistant">
            <a:extLst>
              <a:ext uri="{FF2B5EF4-FFF2-40B4-BE49-F238E27FC236}">
                <a16:creationId xmlns:a16="http://schemas.microsoft.com/office/drawing/2014/main" id="{F867A244-4165-A171-7937-4A0F81B620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60121" y="1073636"/>
            <a:ext cx="3707652" cy="2085554"/>
          </a:xfrm>
          <a:prstGeom prst="rect">
            <a:avLst/>
          </a:prstGeom>
          <a:noFill/>
          <a:ln w="31750" cap="sq">
            <a:solidFill>
              <a:srgbClr val="FFFFFF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We officially represent Tabnine for Gen AI - ALMtoolbox NewsALMtoolbox News">
            <a:extLst>
              <a:ext uri="{FF2B5EF4-FFF2-40B4-BE49-F238E27FC236}">
                <a16:creationId xmlns:a16="http://schemas.microsoft.com/office/drawing/2014/main" id="{686C91FF-41FA-0494-2D5B-8C32863B44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60120" y="4180989"/>
            <a:ext cx="3707652" cy="1112295"/>
          </a:xfrm>
          <a:prstGeom prst="rect">
            <a:avLst/>
          </a:prstGeom>
          <a:noFill/>
          <a:ln w="31750" cap="sq">
            <a:solidFill>
              <a:srgbClr val="FFFFFF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827880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0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3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3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A16EEB-4ED9-CE32-226B-2B6820F897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KR"/>
              <a:t>GPT-3.5</a:t>
            </a:r>
            <a:r>
              <a:rPr lang="ko-KR" altLang="en-US"/>
              <a:t>의 등장</a:t>
            </a:r>
            <a:r>
              <a:rPr lang="en-US" altLang="ko-KR"/>
              <a:t>,</a:t>
            </a:r>
            <a:r>
              <a:rPr lang="ko-KR" altLang="en-US"/>
              <a:t> 사람은 클립보드 서버 </a:t>
            </a:r>
            <a:r>
              <a:rPr lang="en-US" altLang="ko-KR"/>
              <a:t>(2023)</a:t>
            </a:r>
            <a:endParaRPr lang="en-KR"/>
          </a:p>
        </p:txBody>
      </p:sp>
      <p:pic>
        <p:nvPicPr>
          <p:cNvPr id="3074" name="Picture 2" descr="ChatGPT - Simple English Wikipedia, the ...">
            <a:extLst>
              <a:ext uri="{FF2B5EF4-FFF2-40B4-BE49-F238E27FC236}">
                <a16:creationId xmlns:a16="http://schemas.microsoft.com/office/drawing/2014/main" id="{6C40A9BA-7797-B1E5-AC0A-5160FB1F22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0560" y="3533689"/>
            <a:ext cx="707638" cy="7076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ular Callout 5">
            <a:extLst>
              <a:ext uri="{FF2B5EF4-FFF2-40B4-BE49-F238E27FC236}">
                <a16:creationId xmlns:a16="http://schemas.microsoft.com/office/drawing/2014/main" id="{3A2BCA5B-27D6-0551-73E1-49BC6EE1A5FB}"/>
              </a:ext>
            </a:extLst>
          </p:cNvPr>
          <p:cNvSpPr/>
          <p:nvPr/>
        </p:nvSpPr>
        <p:spPr>
          <a:xfrm>
            <a:off x="3773539" y="2604505"/>
            <a:ext cx="1886857" cy="533400"/>
          </a:xfrm>
          <a:prstGeom prst="wedgeRectCallout">
            <a:avLst>
              <a:gd name="adj1" fmla="val 64937"/>
              <a:gd name="adj2" fmla="val 33928"/>
            </a:avLst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/>
              <a:t>??</a:t>
            </a:r>
            <a:endParaRPr lang="en-KR"/>
          </a:p>
        </p:txBody>
      </p:sp>
      <p:pic>
        <p:nvPicPr>
          <p:cNvPr id="8" name="Graphic 7" descr="Clipboard Partially Checked with solid fill">
            <a:extLst>
              <a:ext uri="{FF2B5EF4-FFF2-40B4-BE49-F238E27FC236}">
                <a16:creationId xmlns:a16="http://schemas.microsoft.com/office/drawing/2014/main" id="{C25A071B-4A25-9157-E6D4-259D72F6988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454814" y="4978908"/>
            <a:ext cx="914400" cy="914400"/>
          </a:xfrm>
          <a:prstGeom prst="rect">
            <a:avLst/>
          </a:prstGeom>
        </p:spPr>
      </p:pic>
      <p:pic>
        <p:nvPicPr>
          <p:cNvPr id="10" name="Graphic 9" descr="Confused face with solid fill with solid fill">
            <a:extLst>
              <a:ext uri="{FF2B5EF4-FFF2-40B4-BE49-F238E27FC236}">
                <a16:creationId xmlns:a16="http://schemas.microsoft.com/office/drawing/2014/main" id="{63E4E40F-877D-CAE3-C0EB-EDCD1EB9A98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939301" y="4416965"/>
            <a:ext cx="914400" cy="914400"/>
          </a:xfrm>
          <a:prstGeom prst="rect">
            <a:avLst/>
          </a:prstGeom>
        </p:spPr>
      </p:pic>
      <p:pic>
        <p:nvPicPr>
          <p:cNvPr id="14" name="Graphic 13" descr="Grinning face with solid fill with solid fill">
            <a:extLst>
              <a:ext uri="{FF2B5EF4-FFF2-40B4-BE49-F238E27FC236}">
                <a16:creationId xmlns:a16="http://schemas.microsoft.com/office/drawing/2014/main" id="{07714392-D1AD-501E-CC56-D0A5746C611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017944" y="2414005"/>
            <a:ext cx="914400" cy="914400"/>
          </a:xfrm>
          <a:prstGeom prst="rect">
            <a:avLst/>
          </a:prstGeom>
        </p:spPr>
      </p:pic>
      <p:sp>
        <p:nvSpPr>
          <p:cNvPr id="15" name="Rectangular Callout 14">
            <a:extLst>
              <a:ext uri="{FF2B5EF4-FFF2-40B4-BE49-F238E27FC236}">
                <a16:creationId xmlns:a16="http://schemas.microsoft.com/office/drawing/2014/main" id="{8AC05B15-0C1D-555C-27A0-50260802066E}"/>
              </a:ext>
            </a:extLst>
          </p:cNvPr>
          <p:cNvSpPr/>
          <p:nvPr/>
        </p:nvSpPr>
        <p:spPr>
          <a:xfrm>
            <a:off x="3773538" y="3422915"/>
            <a:ext cx="1886857" cy="914399"/>
          </a:xfrm>
          <a:prstGeom prst="wedgeRectCallout">
            <a:avLst>
              <a:gd name="adj1" fmla="val -63112"/>
              <a:gd name="adj2" fmla="val 31140"/>
            </a:avLst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If ( true ) {</a:t>
            </a:r>
          </a:p>
          <a:p>
            <a:pPr algn="ctr"/>
            <a:r>
              <a:rPr lang="en-US"/>
              <a:t>…</a:t>
            </a:r>
            <a:br>
              <a:rPr lang="en-US"/>
            </a:br>
            <a:r>
              <a:rPr lang="en-US"/>
              <a:t>}</a:t>
            </a:r>
            <a:endParaRPr lang="en-KR"/>
          </a:p>
        </p:txBody>
      </p:sp>
      <p:pic>
        <p:nvPicPr>
          <p:cNvPr id="17" name="Graphic 16" descr="Bus with solid fill">
            <a:extLst>
              <a:ext uri="{FF2B5EF4-FFF2-40B4-BE49-F238E27FC236}">
                <a16:creationId xmlns:a16="http://schemas.microsoft.com/office/drawing/2014/main" id="{1AC03DE6-76E1-355E-B40C-1B1C3C79E7F8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046464" y="5068444"/>
            <a:ext cx="914400" cy="914400"/>
          </a:xfrm>
          <a:prstGeom prst="rect">
            <a:avLst/>
          </a:prstGeom>
        </p:spPr>
      </p:pic>
      <p:pic>
        <p:nvPicPr>
          <p:cNvPr id="19" name="Graphic 18" descr="Processor with solid fill">
            <a:extLst>
              <a:ext uri="{FF2B5EF4-FFF2-40B4-BE49-F238E27FC236}">
                <a16:creationId xmlns:a16="http://schemas.microsoft.com/office/drawing/2014/main" id="{233FE60E-8230-4056-6FC0-5C59315B0923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9046464" y="4416965"/>
            <a:ext cx="914400" cy="914400"/>
          </a:xfrm>
          <a:prstGeom prst="rect">
            <a:avLst/>
          </a:prstGeom>
        </p:spPr>
      </p:pic>
      <p:sp>
        <p:nvSpPr>
          <p:cNvPr id="20" name="Rectangular Callout 19">
            <a:extLst>
              <a:ext uri="{FF2B5EF4-FFF2-40B4-BE49-F238E27FC236}">
                <a16:creationId xmlns:a16="http://schemas.microsoft.com/office/drawing/2014/main" id="{87111592-70DA-2F83-0E37-A8A8894073BA}"/>
              </a:ext>
            </a:extLst>
          </p:cNvPr>
          <p:cNvSpPr/>
          <p:nvPr/>
        </p:nvSpPr>
        <p:spPr>
          <a:xfrm>
            <a:off x="6968585" y="3880114"/>
            <a:ext cx="1886857" cy="914399"/>
          </a:xfrm>
          <a:prstGeom prst="wedgeRectCallout">
            <a:avLst>
              <a:gd name="adj1" fmla="val 7413"/>
              <a:gd name="adj2" fmla="val 72603"/>
            </a:avLst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If ( true ) {</a:t>
            </a:r>
          </a:p>
          <a:p>
            <a:pPr algn="ctr"/>
            <a:r>
              <a:rPr lang="en-US"/>
              <a:t>…</a:t>
            </a:r>
            <a:br>
              <a:rPr lang="en-US"/>
            </a:br>
            <a:r>
              <a:rPr lang="en-US"/>
              <a:t>}</a:t>
            </a:r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18512198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" dur="2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5" grpId="0" animBg="1"/>
      <p:bldP spid="20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C7F3C7-2F52-569B-348F-29B65D9820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/>
              <a:t>2023</a:t>
            </a:r>
            <a:r>
              <a:rPr lang="ko-KR" altLang="en-US"/>
              <a:t>년 </a:t>
            </a:r>
            <a:r>
              <a:rPr lang="en-US"/>
              <a:t>AI </a:t>
            </a:r>
            <a:r>
              <a:rPr lang="ko-KR" altLang="en-US"/>
              <a:t>도구별 사용률</a:t>
            </a:r>
            <a:endParaRPr lang="en-US"/>
          </a:p>
        </p:txBody>
      </p:sp>
      <p:graphicFrame>
        <p:nvGraphicFramePr>
          <p:cNvPr id="4" name="Chart 0">
            <a:extLst>
              <a:ext uri="{FF2B5EF4-FFF2-40B4-BE49-F238E27FC236}">
                <a16:creationId xmlns:a16="http://schemas.microsoft.com/office/drawing/2014/main" id="{08755236-9F9E-64F4-9024-9330A6D4065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16380085"/>
              </p:ext>
            </p:extLst>
          </p:nvPr>
        </p:nvGraphicFramePr>
        <p:xfrm>
          <a:off x="2230438" y="2638425"/>
          <a:ext cx="7731125" cy="31019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EFA9ABB7-94EC-E87F-72FB-B146571AB144}"/>
              </a:ext>
            </a:extLst>
          </p:cNvPr>
          <p:cNvSpPr txBox="1"/>
          <p:nvPr/>
        </p:nvSpPr>
        <p:spPr>
          <a:xfrm>
            <a:off x="3062868" y="5954751"/>
            <a:ext cx="66489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/>
              <a:t>단</a:t>
            </a:r>
            <a:r>
              <a:rPr lang="en-US" altLang="ko-KR"/>
              <a:t>,</a:t>
            </a:r>
            <a:r>
              <a:rPr lang="ko-KR" altLang="en-US"/>
              <a:t> 정확도 면에서 매우 신뢰한다 </a:t>
            </a:r>
            <a:r>
              <a:rPr lang="en-US" altLang="ko-KR"/>
              <a:t>(5/5)</a:t>
            </a:r>
            <a:r>
              <a:rPr lang="ko-KR" altLang="en-US"/>
              <a:t> 이라고 답한 비율은 단 </a:t>
            </a:r>
            <a:r>
              <a:rPr lang="en-US" altLang="ko-KR"/>
              <a:t>3%</a:t>
            </a:r>
            <a:endParaRPr lang="en-KR"/>
          </a:p>
        </p:txBody>
      </p:sp>
      <p:sp>
        <p:nvSpPr>
          <p:cNvPr id="7" name="Text 18">
            <a:extLst>
              <a:ext uri="{FF2B5EF4-FFF2-40B4-BE49-F238E27FC236}">
                <a16:creationId xmlns:a16="http://schemas.microsoft.com/office/drawing/2014/main" id="{09D84231-D020-D382-3037-D25FDC86B7DB}"/>
              </a:ext>
            </a:extLst>
          </p:cNvPr>
          <p:cNvSpPr/>
          <p:nvPr/>
        </p:nvSpPr>
        <p:spPr>
          <a:xfrm>
            <a:off x="8029472" y="2230603"/>
            <a:ext cx="19313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ko-KR" altLang="en-US" sz="1000" b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중복 응답 가능</a:t>
            </a:r>
            <a:r>
              <a:rPr lang="en-US" altLang="ko-KR" sz="1000" b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46,208</a:t>
            </a:r>
            <a:r>
              <a:rPr lang="ko-KR" altLang="en-US" sz="1000" b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명</a:t>
            </a:r>
            <a:endParaRPr lang="en-US" sz="100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CCA757F-963D-7235-E157-219C2AF02AD0}"/>
              </a:ext>
            </a:extLst>
          </p:cNvPr>
          <p:cNvSpPr txBox="1"/>
          <p:nvPr/>
        </p:nvSpPr>
        <p:spPr>
          <a:xfrm>
            <a:off x="8736319" y="6341467"/>
            <a:ext cx="289053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KR" altLang="en-KR" sz="1000" u="sng">
                <a:solidFill>
                  <a:srgbClr val="FFFFFF"/>
                </a:solidFill>
                <a:latin typeface="Arial" panose="020B0604020202020204" pitchFamily="34" charset="0"/>
                <a:ea typeface="Helvetica Neue" panose="02000503000000020004" pitchFamily="2" charset="0"/>
                <a:hlinkClick r:id="rId3"/>
              </a:rPr>
              <a:t>https://survey.stackoverflow.co/2024/technology</a:t>
            </a:r>
            <a:endParaRPr lang="en-KR" altLang="en-KR" sz="120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676500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200"/>
                            </p:stCondLst>
                            <p:childTnLst>
                              <p:par>
                                <p:cTn id="1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C992F6-D030-2AC2-2F55-BA83E7EB6C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클립보드 시대의 한계와 새로운 워크플로우</a:t>
            </a:r>
            <a:endParaRPr lang="en-K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9F236E-583E-7921-CE0D-D464D74CCC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6" y="2638044"/>
            <a:ext cx="7729728" cy="3383615"/>
          </a:xfrm>
        </p:spPr>
        <p:txBody>
          <a:bodyPr>
            <a:normAutofit/>
          </a:bodyPr>
          <a:lstStyle/>
          <a:p>
            <a:r>
              <a:rPr lang="ko-KR" altLang="en-US"/>
              <a:t>모델의 환각</a:t>
            </a:r>
            <a:endParaRPr lang="en-US" altLang="ko-KR"/>
          </a:p>
          <a:p>
            <a:pPr marL="228600" lvl="1" indent="0">
              <a:buNone/>
            </a:pPr>
            <a:r>
              <a:rPr lang="en-US" altLang="ko-KR"/>
              <a:t>run(</a:t>
            </a:r>
            <a:r>
              <a:rPr lang="en-US" altLang="ko-KR" err="1"/>
              <a:t>onSuccess</a:t>
            </a:r>
            <a:r>
              <a:rPr lang="en-US" altLang="ko-KR"/>
              <a:t>, </a:t>
            </a:r>
            <a:r>
              <a:rPr lang="en-US" altLang="ko-KR" err="1"/>
              <a:t>onFail</a:t>
            </a:r>
            <a:r>
              <a:rPr lang="en-US" altLang="ko-KR"/>
              <a:t>){ … }</a:t>
            </a:r>
          </a:p>
          <a:p>
            <a:pPr marL="228600" lvl="1" indent="0">
              <a:buNone/>
            </a:pPr>
            <a:r>
              <a:rPr lang="en-US" altLang="ko-KR"/>
              <a:t>…</a:t>
            </a:r>
            <a:br>
              <a:rPr lang="en-US" altLang="ko-KR"/>
            </a:br>
            <a:r>
              <a:rPr lang="en-US" altLang="ko-KR"/>
              <a:t>const result = run(1024, () =&gt; {…}, false);</a:t>
            </a:r>
            <a:r>
              <a:rPr lang="ko-KR" altLang="en-US"/>
              <a:t> </a:t>
            </a:r>
            <a:endParaRPr lang="en-US" altLang="ko-KR"/>
          </a:p>
          <a:p>
            <a:r>
              <a:rPr lang="ko-KR" altLang="en-US"/>
              <a:t>워크플로우 문제</a:t>
            </a:r>
            <a:endParaRPr lang="en-US" altLang="ko-KR"/>
          </a:p>
          <a:p>
            <a:pPr marL="228600" lvl="1" indent="0">
              <a:buNone/>
            </a:pPr>
            <a:r>
              <a:rPr lang="ko-KR" altLang="en-US"/>
              <a:t>물어보고</a:t>
            </a:r>
            <a:r>
              <a:rPr lang="en-US" altLang="ko-KR"/>
              <a:t>,</a:t>
            </a:r>
            <a:r>
              <a:rPr lang="ko-KR" altLang="en-US"/>
              <a:t> </a:t>
            </a:r>
            <a:r>
              <a:rPr lang="ko-KR" altLang="en-US" err="1"/>
              <a:t>붙여넣고</a:t>
            </a:r>
            <a:r>
              <a:rPr lang="en-US" altLang="ko-KR"/>
              <a:t>,</a:t>
            </a:r>
            <a:r>
              <a:rPr lang="ko-KR" altLang="en-US"/>
              <a:t> 빌드하고</a:t>
            </a:r>
            <a:r>
              <a:rPr lang="en-US" altLang="ko-KR"/>
              <a:t>,</a:t>
            </a:r>
            <a:r>
              <a:rPr lang="ko-KR" altLang="en-US"/>
              <a:t> 실행하고</a:t>
            </a:r>
            <a:r>
              <a:rPr lang="en-US" altLang="ko-KR"/>
              <a:t>,</a:t>
            </a:r>
            <a:r>
              <a:rPr lang="ko-KR" altLang="en-US"/>
              <a:t> 테스트하고</a:t>
            </a:r>
            <a:r>
              <a:rPr lang="en-US" altLang="ko-KR"/>
              <a:t>,</a:t>
            </a:r>
            <a:r>
              <a:rPr lang="ko-KR" altLang="en-US"/>
              <a:t> 틀렸다고 혼내고</a:t>
            </a:r>
            <a:r>
              <a:rPr lang="en-US" altLang="ko-KR"/>
              <a:t>,</a:t>
            </a:r>
            <a:r>
              <a:rPr lang="ko-KR" altLang="en-US"/>
              <a:t> </a:t>
            </a:r>
            <a:r>
              <a:rPr lang="ko-KR" altLang="en-US" err="1"/>
              <a:t>붙여넣고</a:t>
            </a:r>
            <a:r>
              <a:rPr lang="en-US" altLang="ko-KR"/>
              <a:t>,</a:t>
            </a:r>
            <a:r>
              <a:rPr lang="ko-KR" altLang="en-US"/>
              <a:t> 빌드하고</a:t>
            </a:r>
            <a:r>
              <a:rPr lang="en-US" altLang="ko-KR"/>
              <a:t>,</a:t>
            </a:r>
            <a:r>
              <a:rPr lang="ko-KR" altLang="en-US"/>
              <a:t> 실행하고</a:t>
            </a:r>
            <a:r>
              <a:rPr lang="en-US" altLang="ko-KR"/>
              <a:t>,</a:t>
            </a:r>
            <a:r>
              <a:rPr lang="ko-KR" altLang="en-US"/>
              <a:t> 테스트하고</a:t>
            </a:r>
            <a:r>
              <a:rPr lang="en-US" altLang="ko-KR"/>
              <a:t>,</a:t>
            </a:r>
            <a:r>
              <a:rPr lang="ko-KR" altLang="en-US"/>
              <a:t> 틀렸다고 혼내고</a:t>
            </a:r>
            <a:r>
              <a:rPr lang="en-US" altLang="ko-KR"/>
              <a:t>,</a:t>
            </a:r>
            <a:r>
              <a:rPr lang="ko-KR" altLang="en-US"/>
              <a:t> 산책 한번 나갔다가</a:t>
            </a:r>
            <a:r>
              <a:rPr lang="en-US" altLang="ko-KR"/>
              <a:t>,</a:t>
            </a:r>
            <a:r>
              <a:rPr lang="ko-KR" altLang="en-US"/>
              <a:t> 돌아와서</a:t>
            </a:r>
            <a:r>
              <a:rPr lang="en-US" altLang="ko-KR"/>
              <a:t>,</a:t>
            </a:r>
            <a:r>
              <a:rPr lang="ko-KR" altLang="en-US"/>
              <a:t> 물어보고</a:t>
            </a:r>
            <a:r>
              <a:rPr lang="en-US" altLang="ko-KR"/>
              <a:t>,</a:t>
            </a:r>
            <a:r>
              <a:rPr lang="ko-KR" altLang="en-US"/>
              <a:t> </a:t>
            </a:r>
            <a:r>
              <a:rPr lang="ko-KR" altLang="en-US" err="1"/>
              <a:t>붙여넣고</a:t>
            </a:r>
            <a:r>
              <a:rPr lang="en-US" altLang="ko-KR"/>
              <a:t>,</a:t>
            </a:r>
            <a:r>
              <a:rPr lang="ko-KR" altLang="en-US"/>
              <a:t> 빌드하고</a:t>
            </a:r>
            <a:r>
              <a:rPr lang="en-US" altLang="ko-KR"/>
              <a:t>,</a:t>
            </a:r>
            <a:r>
              <a:rPr lang="ko-KR" altLang="en-US"/>
              <a:t> 실행하고</a:t>
            </a:r>
            <a:r>
              <a:rPr lang="en-US" altLang="ko-KR"/>
              <a:t>,</a:t>
            </a:r>
            <a:r>
              <a:rPr lang="ko-KR" altLang="en-US"/>
              <a:t> 실행하려다 </a:t>
            </a:r>
            <a:r>
              <a:rPr lang="ko-KR" altLang="en-US" err="1"/>
              <a:t>틀린거</a:t>
            </a:r>
            <a:r>
              <a:rPr lang="ko-KR" altLang="en-US"/>
              <a:t> 발견하고</a:t>
            </a:r>
            <a:r>
              <a:rPr lang="en-US" altLang="ko-KR"/>
              <a:t>,</a:t>
            </a:r>
            <a:r>
              <a:rPr lang="ko-KR" altLang="en-US"/>
              <a:t> 혼내고</a:t>
            </a:r>
            <a:r>
              <a:rPr lang="en-US" altLang="ko-KR"/>
              <a:t>,</a:t>
            </a:r>
            <a:r>
              <a:rPr lang="ko-KR" altLang="en-US"/>
              <a:t> 물어보고</a:t>
            </a:r>
            <a:r>
              <a:rPr lang="en-US" altLang="ko-KR"/>
              <a:t>,</a:t>
            </a:r>
            <a:r>
              <a:rPr lang="ko-KR" altLang="en-US"/>
              <a:t> </a:t>
            </a:r>
            <a:r>
              <a:rPr lang="ko-KR" altLang="en-US" err="1"/>
              <a:t>붙여넣고</a:t>
            </a:r>
            <a:r>
              <a:rPr lang="en-US" altLang="ko-KR"/>
              <a:t>,</a:t>
            </a:r>
            <a:r>
              <a:rPr lang="ko-KR" altLang="en-US"/>
              <a:t> 빌드하고</a:t>
            </a:r>
            <a:r>
              <a:rPr lang="en-US" altLang="ko-KR"/>
              <a:t>,</a:t>
            </a:r>
            <a:r>
              <a:rPr lang="ko-KR" altLang="en-US"/>
              <a:t> 실행하고</a:t>
            </a:r>
            <a:r>
              <a:rPr lang="en-US" altLang="ko-KR"/>
              <a:t>,</a:t>
            </a:r>
            <a:r>
              <a:rPr lang="ko-KR" altLang="en-US"/>
              <a:t> 고쳤다</a:t>
            </a:r>
            <a:r>
              <a:rPr lang="en-US" altLang="ko-KR"/>
              <a:t>!,</a:t>
            </a:r>
            <a:r>
              <a:rPr lang="ko-KR" altLang="en-US"/>
              <a:t> 아니네</a:t>
            </a:r>
            <a:r>
              <a:rPr lang="en-US" altLang="ko-KR"/>
              <a:t>?,</a:t>
            </a:r>
            <a:r>
              <a:rPr lang="ko-KR" altLang="en-US"/>
              <a:t> 어디부터 했더라</a:t>
            </a:r>
            <a:endParaRPr lang="en-US" altLang="ko-KR"/>
          </a:p>
          <a:p>
            <a:pPr marL="228600" lvl="1" indent="0">
              <a:buNone/>
            </a:pPr>
            <a:r>
              <a:rPr lang="ko-KR" altLang="en-US"/>
              <a:t>원래 이렇게 </a:t>
            </a:r>
            <a:r>
              <a:rPr lang="ko-KR" altLang="en-US" err="1"/>
              <a:t>했던거같은데</a:t>
            </a:r>
            <a:r>
              <a:rPr lang="en-US" altLang="ko-KR"/>
              <a:t>..?</a:t>
            </a:r>
          </a:p>
          <a:p>
            <a:pPr marL="228600" lvl="1" indent="0">
              <a:buNone/>
            </a:pP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8913687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703EAA1-19CD-59CC-E435-8DDEEFE53C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84167985-D6E9-40FF-97C0-4B6D373E85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68" y="640080"/>
            <a:ext cx="10911865" cy="4626864"/>
          </a:xfrm>
          <a:prstGeom prst="rect">
            <a:avLst/>
          </a:prstGeom>
          <a:noFill/>
          <a:ln w="317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8801362-349C-44BE-BEF6-8E926E1D38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6196" y="804672"/>
            <a:ext cx="10579608" cy="4297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63D3690-BD68-77F4-EB8B-E31259DEC6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2729" y="1289303"/>
            <a:ext cx="9638443" cy="3339303"/>
          </a:xfrm>
          <a:ln>
            <a:noFill/>
          </a:ln>
        </p:spPr>
        <p:txBody>
          <a:bodyPr vert="horz" lIns="274320" tIns="182880" rIns="274320" bIns="182880" rtlCol="0" anchor="ctr" anchorCtr="1">
            <a:normAutofit/>
          </a:bodyPr>
          <a:lstStyle/>
          <a:p>
            <a:r>
              <a:rPr lang="en-US" altLang="ko-KR" sz="5000" kern="1200" cap="all" spc="200" baseline="0">
                <a:solidFill>
                  <a:srgbClr val="262626"/>
                </a:solidFill>
                <a:latin typeface="+mj-lt"/>
                <a:ea typeface="+mj-ea"/>
                <a:cs typeface="+mj-cs"/>
              </a:rPr>
              <a:t>2</a:t>
            </a:r>
            <a:r>
              <a:rPr lang="ko-KR" altLang="en-US" sz="5000" kern="1200" cap="all" spc="200" baseline="0">
                <a:solidFill>
                  <a:srgbClr val="262626"/>
                </a:solidFill>
                <a:latin typeface="+mj-lt"/>
                <a:ea typeface="+mj-ea"/>
                <a:cs typeface="+mj-cs"/>
              </a:rPr>
              <a:t>장</a:t>
            </a:r>
            <a:r>
              <a:rPr lang="en-US" altLang="ko-KR" sz="5000" kern="1200" cap="all" spc="200" baseline="0">
                <a:solidFill>
                  <a:srgbClr val="262626"/>
                </a:solidFill>
                <a:latin typeface="+mj-lt"/>
                <a:ea typeface="+mj-ea"/>
                <a:cs typeface="+mj-cs"/>
              </a:rPr>
              <a:t> </a:t>
            </a:r>
            <a:r>
              <a:rPr lang="ko-KR" altLang="en-US" sz="5000" kern="1200" cap="all" spc="200" baseline="0">
                <a:solidFill>
                  <a:srgbClr val="262626"/>
                </a:solidFill>
                <a:latin typeface="+mj-lt"/>
                <a:ea typeface="+mj-ea"/>
                <a:cs typeface="+mj-cs"/>
              </a:rPr>
              <a:t>이 안에서 구현해주세요</a:t>
            </a:r>
            <a:endParaRPr lang="en-US" sz="5000" kern="1200" cap="all" spc="200" baseline="0">
              <a:solidFill>
                <a:srgbClr val="262626"/>
              </a:solidFill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552614834"/>
      </p:ext>
    </p:extLst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304629-F35D-977B-666D-F1ABB42C11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38928" y="964692"/>
            <a:ext cx="6092952" cy="1188720"/>
          </a:xfrm>
        </p:spPr>
        <p:txBody>
          <a:bodyPr>
            <a:normAutofit/>
          </a:bodyPr>
          <a:lstStyle/>
          <a:p>
            <a:r>
              <a:rPr lang="ko-KR" altLang="en-US"/>
              <a:t>코드 </a:t>
            </a:r>
            <a:r>
              <a:rPr lang="en-US" altLang="ko-KR"/>
              <a:t>–</a:t>
            </a:r>
            <a:r>
              <a:rPr lang="ko-KR" altLang="en-US"/>
              <a:t> 프로젝트가 프롬프트 </a:t>
            </a:r>
            <a:r>
              <a:rPr lang="en-US" altLang="ko-KR"/>
              <a:t>(2024)</a:t>
            </a:r>
            <a:endParaRPr lang="en-KR"/>
          </a:p>
        </p:txBody>
      </p:sp>
      <p:pic>
        <p:nvPicPr>
          <p:cNvPr id="7170" name="Picture 2" descr="Free GitHub Copilot Integrated with VS Code: What Changes for the Tech  Industry?">
            <a:extLst>
              <a:ext uri="{FF2B5EF4-FFF2-40B4-BE49-F238E27FC236}">
                <a16:creationId xmlns:a16="http://schemas.microsoft.com/office/drawing/2014/main" id="{E6F26814-0FE3-ECCA-4202-F76CF267C3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092901" y="1003710"/>
            <a:ext cx="3312493" cy="2211089"/>
          </a:xfrm>
          <a:prstGeom prst="rect">
            <a:avLst/>
          </a:prstGeom>
          <a:noFill/>
          <a:ln w="31750" cap="sq">
            <a:solidFill>
              <a:srgbClr val="FFFFFF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06181F6-23CC-BB83-1512-5CCC94AEEF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4051456"/>
            <a:ext cx="3661168" cy="1388996"/>
          </a:xfrm>
          <a:prstGeom prst="rect">
            <a:avLst/>
          </a:prstGeom>
          <a:ln w="31750" cap="sq">
            <a:solidFill>
              <a:srgbClr val="FFFFFF"/>
            </a:solidFill>
            <a:miter lim="800000"/>
          </a:ln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DC57D3-7200-FEA2-151E-E39EA275B7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89646" y="2475145"/>
            <a:ext cx="6142233" cy="3409259"/>
          </a:xfrm>
        </p:spPr>
        <p:txBody>
          <a:bodyPr>
            <a:normAutofit/>
          </a:bodyPr>
          <a:lstStyle/>
          <a:p>
            <a:r>
              <a:rPr lang="ko-KR" altLang="en-US"/>
              <a:t>주석</a:t>
            </a:r>
            <a:endParaRPr lang="en-US" altLang="ko-KR"/>
          </a:p>
          <a:p>
            <a:endParaRPr lang="en-US" altLang="ko-KR"/>
          </a:p>
          <a:p>
            <a:r>
              <a:rPr lang="ko-KR" altLang="en-US" err="1"/>
              <a:t>시그니처</a:t>
            </a:r>
            <a:r>
              <a:rPr lang="ko-KR" altLang="en-US"/>
              <a:t> </a:t>
            </a:r>
            <a:r>
              <a:rPr lang="en-US" altLang="ko-KR"/>
              <a:t>(</a:t>
            </a:r>
            <a:r>
              <a:rPr lang="ko-KR" altLang="en-US"/>
              <a:t>파라미터 </a:t>
            </a:r>
            <a:r>
              <a:rPr lang="en-US" altLang="ko-KR"/>
              <a:t>or </a:t>
            </a:r>
            <a:r>
              <a:rPr lang="ko-KR" altLang="en-US"/>
              <a:t>반환 형식</a:t>
            </a:r>
            <a:r>
              <a:rPr lang="en-US" altLang="ko-KR"/>
              <a:t>)</a:t>
            </a:r>
          </a:p>
          <a:p>
            <a:endParaRPr lang="en-US"/>
          </a:p>
          <a:p>
            <a:r>
              <a:rPr lang="en-US"/>
              <a:t>ENUM</a:t>
            </a:r>
          </a:p>
          <a:p>
            <a:endParaRPr lang="en-US"/>
          </a:p>
          <a:p>
            <a:pPr marL="0" indent="0">
              <a:buNone/>
            </a:pPr>
            <a:r>
              <a:rPr lang="ko-KR" altLang="en-US"/>
              <a:t>구현 방향 예측</a:t>
            </a:r>
            <a:r>
              <a:rPr lang="en-US" altLang="ko-KR"/>
              <a:t>,</a:t>
            </a:r>
            <a:r>
              <a:rPr lang="ko-KR" altLang="en-US"/>
              <a:t> 자동완성 정확도 상승</a:t>
            </a:r>
            <a:endParaRPr lang="en-US"/>
          </a:p>
        </p:txBody>
      </p:sp>
      <p:sp>
        <p:nvSpPr>
          <p:cNvPr id="6" name="Shape 23">
            <a:extLst>
              <a:ext uri="{FF2B5EF4-FFF2-40B4-BE49-F238E27FC236}">
                <a16:creationId xmlns:a16="http://schemas.microsoft.com/office/drawing/2014/main" id="{FB90BEB9-DA78-A98C-A5A1-639CA00E108C}"/>
              </a:ext>
            </a:extLst>
          </p:cNvPr>
          <p:cNvSpPr/>
          <p:nvPr/>
        </p:nvSpPr>
        <p:spPr>
          <a:xfrm>
            <a:off x="1468988" y="3268133"/>
            <a:ext cx="2560320" cy="73152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7" name="Text 24">
            <a:extLst>
              <a:ext uri="{FF2B5EF4-FFF2-40B4-BE49-F238E27FC236}">
                <a16:creationId xmlns:a16="http://schemas.microsoft.com/office/drawing/2014/main" id="{34A1DD64-EA60-D362-112B-23428DDDE1FC}"/>
              </a:ext>
            </a:extLst>
          </p:cNvPr>
          <p:cNvSpPr/>
          <p:nvPr/>
        </p:nvSpPr>
        <p:spPr>
          <a:xfrm>
            <a:off x="1468988" y="3268133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300" b="1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Chat</a:t>
            </a:r>
            <a:endParaRPr lang="en-US" sz="1300"/>
          </a:p>
        </p:txBody>
      </p:sp>
      <p:sp>
        <p:nvSpPr>
          <p:cNvPr id="8" name="Text 25">
            <a:extLst>
              <a:ext uri="{FF2B5EF4-FFF2-40B4-BE49-F238E27FC236}">
                <a16:creationId xmlns:a16="http://schemas.microsoft.com/office/drawing/2014/main" id="{9F9CCC5D-F0E9-CA39-C115-74D582CC045B}"/>
              </a:ext>
            </a:extLst>
          </p:cNvPr>
          <p:cNvSpPr/>
          <p:nvPr/>
        </p:nvSpPr>
        <p:spPr>
          <a:xfrm>
            <a:off x="1468988" y="3652181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 내부 대화형 코드 수정</a:t>
            </a:r>
            <a:endParaRPr lang="en-US" sz="900"/>
          </a:p>
        </p:txBody>
      </p:sp>
      <p:sp>
        <p:nvSpPr>
          <p:cNvPr id="9" name="Shape 26">
            <a:extLst>
              <a:ext uri="{FF2B5EF4-FFF2-40B4-BE49-F238E27FC236}">
                <a16:creationId xmlns:a16="http://schemas.microsoft.com/office/drawing/2014/main" id="{9A846AA9-E521-FA07-157E-7C5C7CD75B40}"/>
              </a:ext>
            </a:extLst>
          </p:cNvPr>
          <p:cNvSpPr/>
          <p:nvPr/>
        </p:nvSpPr>
        <p:spPr>
          <a:xfrm>
            <a:off x="1408027" y="5488530"/>
            <a:ext cx="2560320" cy="731520"/>
          </a:xfrm>
          <a:prstGeom prst="rect">
            <a:avLst/>
          </a:prstGeom>
          <a:solidFill>
            <a:srgbClr val="ECFEFF"/>
          </a:solidFill>
          <a:ln w="12700">
            <a:solidFill>
              <a:srgbClr val="A5F3FC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0" name="Text 27">
            <a:extLst>
              <a:ext uri="{FF2B5EF4-FFF2-40B4-BE49-F238E27FC236}">
                <a16:creationId xmlns:a16="http://schemas.microsoft.com/office/drawing/2014/main" id="{CA8257FC-77AE-BBA0-E1B9-0B92506CB8C6}"/>
              </a:ext>
            </a:extLst>
          </p:cNvPr>
          <p:cNvSpPr/>
          <p:nvPr/>
        </p:nvSpPr>
        <p:spPr>
          <a:xfrm>
            <a:off x="1408027" y="548853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300" b="1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Cursor</a:t>
            </a:r>
            <a:endParaRPr lang="en-US" sz="1300"/>
          </a:p>
        </p:txBody>
      </p:sp>
      <p:sp>
        <p:nvSpPr>
          <p:cNvPr id="11" name="Text 28">
            <a:extLst>
              <a:ext uri="{FF2B5EF4-FFF2-40B4-BE49-F238E27FC236}">
                <a16:creationId xmlns:a16="http://schemas.microsoft.com/office/drawing/2014/main" id="{D7983548-7080-F7B9-EB60-7DD46AD53377}"/>
              </a:ext>
            </a:extLst>
          </p:cNvPr>
          <p:cNvSpPr/>
          <p:nvPr/>
        </p:nvSpPr>
        <p:spPr>
          <a:xfrm>
            <a:off x="1408027" y="5872578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코드베이스 인덱싱 + @파일 참조</a:t>
            </a:r>
            <a:endParaRPr lang="en-US" sz="900"/>
          </a:p>
        </p:txBody>
      </p:sp>
    </p:spTree>
    <p:extLst>
      <p:ext uri="{BB962C8B-B14F-4D97-AF65-F5344CB8AC3E}">
        <p14:creationId xmlns:p14="http://schemas.microsoft.com/office/powerpoint/2010/main" val="33654269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ADDC96-278A-1E09-E22A-FF1FBF64D9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프롬프트의 구조화</a:t>
            </a:r>
            <a:endParaRPr lang="en-KR"/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182A1E0E-D3AA-BE27-6A0D-5967F8439A5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90349488"/>
              </p:ext>
            </p:extLst>
          </p:nvPr>
        </p:nvGraphicFramePr>
        <p:xfrm>
          <a:off x="2231136" y="2638044"/>
          <a:ext cx="7729728" cy="310198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DA6FCE3E-BEB2-76DF-52BA-5DDB8232AA0D}"/>
              </a:ext>
            </a:extLst>
          </p:cNvPr>
          <p:cNvSpPr txBox="1"/>
          <p:nvPr/>
        </p:nvSpPr>
        <p:spPr>
          <a:xfrm>
            <a:off x="7441580" y="5740027"/>
            <a:ext cx="1184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/>
              <a:t>가드레일</a:t>
            </a:r>
            <a:r>
              <a:rPr lang="en-US" altLang="ko-KR"/>
              <a:t>?</a:t>
            </a:r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6832005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E2BDCAA1-F293-3C47-AE33-3FFE867E5CD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>
                                            <p:graphicEl>
                                              <a:dgm id="{E2BDCAA1-F293-3C47-AE33-3FFE867E5CD5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39BF46D4-769B-0444-823E-BA9D96823B4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7">
                                            <p:graphicEl>
                                              <a:dgm id="{39BF46D4-769B-0444-823E-BA9D96823B43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E2CFA05D-550A-374A-A53E-25A60FD672C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7">
                                            <p:graphicEl>
                                              <a:dgm id="{E2CFA05D-550A-374A-A53E-25A60FD672C8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2E8CC67C-B1FB-964D-8DB7-5442423A625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7">
                                            <p:graphicEl>
                                              <a:dgm id="{2E8CC67C-B1FB-964D-8DB7-5442423A6257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B338BD58-71F9-2C49-9B8D-EDB886C8740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7">
                                            <p:graphicEl>
                                              <a:dgm id="{B338BD58-71F9-2C49-9B8D-EDB886C87400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992BDA6F-086A-4543-B65D-855BE2C2867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7">
                                            <p:graphicEl>
                                              <a:dgm id="{992BDA6F-086A-4543-B65D-855BE2C2867E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27513E3C-E31F-E446-AB09-B426C52EAE9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7">
                                            <p:graphicEl>
                                              <a:dgm id="{27513E3C-E31F-E446-AB09-B426C52EAE91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DA015C29-8392-4543-B40F-DD20FB9F842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7">
                                            <p:graphicEl>
                                              <a:dgm id="{DA015C29-8392-4543-B40F-DD20FB9F8423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7" grpId="0" uiExpand="1">
        <p:bldSub>
          <a:bldDgm bld="one"/>
        </p:bldSub>
      </p:bldGraphic>
      <p:bldP spid="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E0287B-867A-7F87-1487-93218CF149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묵직한 프롬프트 </a:t>
            </a:r>
            <a:r>
              <a:rPr lang="en-US" altLang="ko-KR"/>
              <a:t>=</a:t>
            </a:r>
            <a:r>
              <a:rPr lang="ko-KR" altLang="en-US"/>
              <a:t> 비용</a:t>
            </a:r>
            <a:endParaRPr lang="en-K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EB3A6E-5BE0-ECDB-96AE-5E969F2A25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결제와 구독 시스템에 라이선스 시스템을 연결하기 위해 결제는 이 서비스의 이 엔티티의 캡슐화를 존중하고 구독시스템은 여기 나온 데이터를 믿으면 되는데 캐시 레이어를 사용 할 수 있도록 경로를 먼저 조사하되 </a:t>
            </a:r>
            <a:r>
              <a:rPr lang="en-US" altLang="ko-KR"/>
              <a:t>@</a:t>
            </a:r>
            <a:r>
              <a:rPr lang="en-US" altLang="ko-KR" err="1"/>
              <a:t>subscribe.service.ts</a:t>
            </a:r>
            <a:r>
              <a:rPr lang="en-US" altLang="ko-KR"/>
              <a:t> </a:t>
            </a:r>
            <a:r>
              <a:rPr lang="ko-KR" altLang="en-US"/>
              <a:t>파일을 확인 후 작성하고 라이선스는 상품이 가변적일 수 있으니 하드코딩 하지 않도록 하고 모르면 물어보고 </a:t>
            </a:r>
            <a:r>
              <a:rPr lang="en-US" altLang="ko-KR"/>
              <a:t>@</a:t>
            </a:r>
            <a:r>
              <a:rPr lang="en-US" altLang="ko-KR" err="1"/>
              <a:t>purchase.entity.ts</a:t>
            </a:r>
            <a:r>
              <a:rPr lang="en-US" altLang="ko-KR"/>
              <a:t> </a:t>
            </a:r>
            <a:r>
              <a:rPr lang="ko-KR" altLang="en-US"/>
              <a:t>파일은 읽기 전용 쓰기 전용이 있을 수 있으니 확인하고 작업이 끝나면 </a:t>
            </a:r>
            <a:r>
              <a:rPr lang="en-US" altLang="ko-KR"/>
              <a:t>@</a:t>
            </a:r>
            <a:r>
              <a:rPr lang="en-US" altLang="ko-KR" err="1"/>
              <a:t>purchase.entity.spec.ts</a:t>
            </a:r>
            <a:r>
              <a:rPr lang="en-US" altLang="ko-KR"/>
              <a:t> </a:t>
            </a:r>
            <a:r>
              <a:rPr lang="ko-KR" altLang="en-US"/>
              <a:t>파일의 테스트가 여전히 유효한지 확인하고 서비스 계층의 코드가 </a:t>
            </a:r>
            <a:r>
              <a:rPr lang="en-US" altLang="ko-KR"/>
              <a:t>controller</a:t>
            </a:r>
            <a:r>
              <a:rPr lang="ko-KR" altLang="en-US"/>
              <a:t>로 나가면 안됩니다</a:t>
            </a:r>
            <a:r>
              <a:rPr lang="en-US" altLang="ko-KR"/>
              <a:t>. @</a:t>
            </a:r>
            <a:r>
              <a:rPr lang="en-US" altLang="ko-KR" err="1"/>
              <a:t>auth.controller.ts</a:t>
            </a:r>
            <a:r>
              <a:rPr lang="en-US" altLang="ko-KR"/>
              <a:t> </a:t>
            </a:r>
            <a:r>
              <a:rPr lang="ko-KR" altLang="en-US"/>
              <a:t>파일을 참고해서 인증 절차 등도 고려해주세요</a:t>
            </a:r>
            <a:endParaRPr lang="en-KR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E39F9F1-19BC-8CE8-ED61-9D6DDEA31F06}"/>
              </a:ext>
            </a:extLst>
          </p:cNvPr>
          <p:cNvSpPr txBox="1"/>
          <p:nvPr/>
        </p:nvSpPr>
        <p:spPr>
          <a:xfrm>
            <a:off x="5040352" y="5523976"/>
            <a:ext cx="33906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/>
              <a:t>이걸 매번 사람이 </a:t>
            </a:r>
            <a:r>
              <a:rPr lang="ko-KR" altLang="en-US" err="1"/>
              <a:t>써야한다고</a:t>
            </a:r>
            <a:r>
              <a:rPr lang="en-US" altLang="ko-KR"/>
              <a:t>..?</a:t>
            </a:r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39222455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59384F-BFAE-CAC6-AF5C-0AEFC450C5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규칙 파일의 등장 </a:t>
            </a:r>
            <a:r>
              <a:rPr lang="en-US" altLang="ko-KR"/>
              <a:t>(2024)</a:t>
            </a:r>
            <a:endParaRPr lang="en-K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5D4849-0941-ED2E-C27C-262EFD9C83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6" y="2638044"/>
            <a:ext cx="3723615" cy="3101983"/>
          </a:xfrm>
        </p:spPr>
        <p:txBody>
          <a:bodyPr/>
          <a:lstStyle/>
          <a:p>
            <a:r>
              <a:rPr lang="en-US"/>
              <a:t>.</a:t>
            </a:r>
            <a:r>
              <a:rPr lang="en-US" err="1"/>
              <a:t>cursorrules</a:t>
            </a:r>
            <a:endParaRPr lang="en-KR"/>
          </a:p>
          <a:p>
            <a:r>
              <a:rPr lang="en-KR"/>
              <a:t>CLAUDE.md</a:t>
            </a:r>
          </a:p>
          <a:p>
            <a:r>
              <a:rPr lang="en-KR"/>
              <a:t>AGENTS.md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54700739-D48F-9203-9FB7-54AB5DB3F867}"/>
              </a:ext>
            </a:extLst>
          </p:cNvPr>
          <p:cNvSpPr txBox="1">
            <a:spLocks/>
          </p:cNvSpPr>
          <p:nvPr/>
        </p:nvSpPr>
        <p:spPr>
          <a:xfrm>
            <a:off x="5746594" y="2638044"/>
            <a:ext cx="4214269" cy="3101983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31286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431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735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82775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/>
              <a:t>엔티티의 캡슐화를 존중</a:t>
            </a:r>
            <a:endParaRPr lang="en-US" altLang="ko-KR"/>
          </a:p>
          <a:p>
            <a:r>
              <a:rPr lang="ko-KR" altLang="en-US"/>
              <a:t>구독시스템은 수정 전 </a:t>
            </a:r>
            <a:r>
              <a:rPr lang="en-US" altLang="ko-KR"/>
              <a:t>/</a:t>
            </a:r>
            <a:r>
              <a:rPr lang="en-US" altLang="ko-KR" err="1"/>
              <a:t>src</a:t>
            </a:r>
            <a:r>
              <a:rPr lang="en-US" altLang="ko-KR"/>
              <a:t>/service/</a:t>
            </a:r>
            <a:r>
              <a:rPr lang="en-US" altLang="ko-KR" err="1"/>
              <a:t>subscribe.service</a:t>
            </a:r>
            <a:r>
              <a:rPr lang="ko-KR" altLang="en-US"/>
              <a:t> </a:t>
            </a:r>
            <a:r>
              <a:rPr lang="ko-KR" altLang="en-US" err="1"/>
              <a:t>를</a:t>
            </a:r>
            <a:r>
              <a:rPr lang="ko-KR" altLang="en-US"/>
              <a:t> 참고</a:t>
            </a:r>
            <a:endParaRPr lang="en-US" altLang="ko-KR"/>
          </a:p>
          <a:p>
            <a:r>
              <a:rPr lang="ko-KR" altLang="en-US"/>
              <a:t>계층 구조를 따르지 않으면 캐시 불일치 문제가 생길 수 있음</a:t>
            </a:r>
            <a:endParaRPr lang="en-US" altLang="ko-KR"/>
          </a:p>
          <a:p>
            <a:r>
              <a:rPr lang="ko-KR" altLang="en-US"/>
              <a:t>몇몇 엔티티는 읽기 전용과 쓰기 전용 </a:t>
            </a:r>
            <a:r>
              <a:rPr lang="ko-KR" altLang="en-US" err="1"/>
              <a:t>구분되어있음</a:t>
            </a:r>
            <a:endParaRPr lang="en-US" altLang="ko-KR"/>
          </a:p>
          <a:p>
            <a:r>
              <a:rPr lang="ko-KR" altLang="en-US"/>
              <a:t>영향에 따라 테스트 코드가 유효한지 확인할 것</a:t>
            </a:r>
            <a:endParaRPr lang="en-US" altLang="ko-KR"/>
          </a:p>
          <a:p>
            <a:r>
              <a:rPr lang="en-US" altLang="ko-KR"/>
              <a:t>controller</a:t>
            </a:r>
            <a:r>
              <a:rPr lang="ko-KR" altLang="en-US"/>
              <a:t>에서 비즈니스 로직을 구현하지 않도록 </a:t>
            </a:r>
            <a:r>
              <a:rPr lang="en-US" altLang="ko-KR" err="1"/>
              <a:t>src</a:t>
            </a:r>
            <a:r>
              <a:rPr lang="en-US" altLang="ko-KR"/>
              <a:t>/controller/</a:t>
            </a:r>
            <a:r>
              <a:rPr lang="en-US" altLang="ko-KR" err="1"/>
              <a:t>user.controller.ts</a:t>
            </a:r>
            <a:r>
              <a:rPr lang="en-US" altLang="ko-KR"/>
              <a:t>  </a:t>
            </a:r>
            <a:r>
              <a:rPr lang="ko-KR" altLang="en-US"/>
              <a:t>파일을 확인 </a:t>
            </a:r>
            <a:endParaRPr lang="en-US" altLang="ko-KR"/>
          </a:p>
          <a:p>
            <a:r>
              <a:rPr lang="ko-KR" altLang="en-US"/>
              <a:t>인증기능 맥락이 </a:t>
            </a:r>
            <a:r>
              <a:rPr lang="ko-KR" altLang="en-US" err="1"/>
              <a:t>필요한경우</a:t>
            </a:r>
            <a:r>
              <a:rPr lang="ko-KR" altLang="en-US"/>
              <a:t> </a:t>
            </a:r>
            <a:r>
              <a:rPr lang="en-US" altLang="ko-KR" err="1"/>
              <a:t>src</a:t>
            </a:r>
            <a:r>
              <a:rPr lang="en-US" altLang="ko-KR"/>
              <a:t>/controller/</a:t>
            </a:r>
            <a:r>
              <a:rPr lang="en-US" altLang="ko-KR" err="1"/>
              <a:t>auth.controller.ts</a:t>
            </a:r>
            <a:r>
              <a:rPr lang="en-US" altLang="ko-KR"/>
              <a:t> </a:t>
            </a:r>
            <a:r>
              <a:rPr lang="ko-KR" altLang="en-US"/>
              <a:t>파일과 </a:t>
            </a:r>
            <a:r>
              <a:rPr lang="en-US" altLang="ko-KR" err="1"/>
              <a:t>src</a:t>
            </a:r>
            <a:r>
              <a:rPr lang="en-US" altLang="ko-KR"/>
              <a:t>/</a:t>
            </a:r>
            <a:r>
              <a:rPr lang="en-US" altLang="ko-KR" err="1"/>
              <a:t>middleware.ts</a:t>
            </a:r>
            <a:r>
              <a:rPr lang="en-US" altLang="ko-KR"/>
              <a:t> </a:t>
            </a:r>
            <a:r>
              <a:rPr lang="ko-KR" altLang="en-US"/>
              <a:t>참고</a:t>
            </a:r>
            <a:endParaRPr lang="en-KR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9729DC3-DEC4-5DD1-4911-DA574C867CD7}"/>
              </a:ext>
            </a:extLst>
          </p:cNvPr>
          <p:cNvSpPr txBox="1"/>
          <p:nvPr/>
        </p:nvSpPr>
        <p:spPr>
          <a:xfrm>
            <a:off x="3107473" y="589330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/>
              <a:t>결제와 구독 시스템에 라이선스 시스템을 연결합니다</a:t>
            </a:r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29710181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6766EE-BAF3-AE5D-8350-5469B40B3D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AI</a:t>
            </a:r>
            <a:r>
              <a:rPr lang="ko-KR" altLang="en-US"/>
              <a:t>가 작성한 코드의 </a:t>
            </a:r>
            <a:r>
              <a:rPr lang="ko-KR" altLang="en-US" err="1"/>
              <a:t>채택률과</a:t>
            </a:r>
            <a:r>
              <a:rPr lang="ko-KR" altLang="en-US"/>
              <a:t> 신뢰도</a:t>
            </a:r>
            <a:endParaRPr lang="en-KR"/>
          </a:p>
        </p:txBody>
      </p:sp>
      <p:graphicFrame>
        <p:nvGraphicFramePr>
          <p:cNvPr id="4" name="Chart 0">
            <a:extLst>
              <a:ext uri="{FF2B5EF4-FFF2-40B4-BE49-F238E27FC236}">
                <a16:creationId xmlns:a16="http://schemas.microsoft.com/office/drawing/2014/main" id="{9AE114B1-98BD-126E-77DF-2689719F506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99862263"/>
              </p:ext>
            </p:extLst>
          </p:nvPr>
        </p:nvGraphicFramePr>
        <p:xfrm>
          <a:off x="2230438" y="2638425"/>
          <a:ext cx="7731125" cy="31019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4777330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B0CA7EF-0D9B-8C42-F1B3-625AC97590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4167985-D6E9-40FF-97C0-4B6D373E85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68" y="640080"/>
            <a:ext cx="10911865" cy="4626864"/>
          </a:xfrm>
          <a:prstGeom prst="rect">
            <a:avLst/>
          </a:prstGeom>
          <a:noFill/>
          <a:ln w="317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8801362-349C-44BE-BEF6-8E926E1D38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6196" y="804672"/>
            <a:ext cx="10579608" cy="4297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03977E-220B-B782-11E0-650735FED5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2729" y="1289303"/>
            <a:ext cx="9638443" cy="3339303"/>
          </a:xfrm>
          <a:ln>
            <a:noFill/>
          </a:ln>
        </p:spPr>
        <p:txBody>
          <a:bodyPr vert="horz" lIns="274320" tIns="182880" rIns="274320" bIns="182880" rtlCol="0" anchor="ctr" anchorCtr="1">
            <a:normAutofit/>
          </a:bodyPr>
          <a:lstStyle/>
          <a:p>
            <a:r>
              <a:rPr lang="en-US" altLang="ko-KR" sz="5000" kern="1200" cap="all" spc="200" baseline="0">
                <a:solidFill>
                  <a:srgbClr val="262626"/>
                </a:solidFill>
                <a:latin typeface="+mj-lt"/>
                <a:ea typeface="+mj-ea"/>
                <a:cs typeface="+mj-cs"/>
              </a:rPr>
              <a:t>3</a:t>
            </a:r>
            <a:r>
              <a:rPr lang="ko-KR" altLang="en-US" sz="5000" kern="1200" cap="all" spc="200" baseline="0">
                <a:solidFill>
                  <a:srgbClr val="262626"/>
                </a:solidFill>
                <a:latin typeface="+mj-lt"/>
                <a:ea typeface="+mj-ea"/>
                <a:cs typeface="+mj-cs"/>
              </a:rPr>
              <a:t>장</a:t>
            </a:r>
            <a:r>
              <a:rPr lang="en-US" altLang="ko-KR" sz="5000" kern="1200" cap="all" spc="200" baseline="0">
                <a:solidFill>
                  <a:srgbClr val="262626"/>
                </a:solidFill>
                <a:latin typeface="+mj-lt"/>
                <a:ea typeface="+mj-ea"/>
                <a:cs typeface="+mj-cs"/>
              </a:rPr>
              <a:t> </a:t>
            </a:r>
            <a:r>
              <a:rPr lang="ko-KR" altLang="en-US" sz="5000" kern="1200" cap="all" spc="200" baseline="0">
                <a:solidFill>
                  <a:srgbClr val="262626"/>
                </a:solidFill>
                <a:latin typeface="+mj-lt"/>
                <a:ea typeface="+mj-ea"/>
                <a:cs typeface="+mj-cs"/>
              </a:rPr>
              <a:t>이 문제를 해결해주세요</a:t>
            </a:r>
            <a:endParaRPr lang="en-US" sz="5000" kern="1200" cap="all" spc="200" baseline="0">
              <a:solidFill>
                <a:srgbClr val="262626"/>
              </a:solidFill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88624557"/>
      </p:ext>
    </p:extLst>
  </p:cSld>
  <p:clrMapOvr>
    <a:masterClrMapping/>
  </p:clrMapOvr>
  <p:transition spd="slow">
    <p:push dir="u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603488-810D-E724-B720-FFDD55A1F9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82050" y="964692"/>
            <a:ext cx="6649830" cy="1188720"/>
          </a:xfrm>
        </p:spPr>
        <p:txBody>
          <a:bodyPr>
            <a:normAutofit/>
          </a:bodyPr>
          <a:lstStyle/>
          <a:p>
            <a:r>
              <a:rPr lang="ko-KR" altLang="en-US">
                <a:latin typeface="+mj-ea"/>
              </a:rPr>
              <a:t>코드 에이전트의 대중화 </a:t>
            </a:r>
            <a:r>
              <a:rPr lang="en-US" altLang="ko-KR">
                <a:latin typeface="+mj-ea"/>
              </a:rPr>
              <a:t>(2025)</a:t>
            </a:r>
            <a:endParaRPr lang="en-KR">
              <a:latin typeface="+mj-ea"/>
            </a:endParaRPr>
          </a:p>
        </p:txBody>
      </p:sp>
      <p:pic>
        <p:nvPicPr>
          <p:cNvPr id="8196" name="Picture 4" descr="GPT-4o helps to boost 10x Productivity ...">
            <a:extLst>
              <a:ext uri="{FF2B5EF4-FFF2-40B4-BE49-F238E27FC236}">
                <a16:creationId xmlns:a16="http://schemas.microsoft.com/office/drawing/2014/main" id="{2B2E4197-66EC-AB49-0C31-DF3C9E3703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403497" y="964692"/>
            <a:ext cx="2250544" cy="1544654"/>
          </a:xfrm>
          <a:prstGeom prst="rect">
            <a:avLst/>
          </a:prstGeom>
          <a:noFill/>
          <a:ln w="31750" cap="sq">
            <a:solidFill>
              <a:srgbClr val="FFFFFF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8" name="Picture 6" descr="Meet Claude 3.7 Sonnet, The AI ...">
            <a:extLst>
              <a:ext uri="{FF2B5EF4-FFF2-40B4-BE49-F238E27FC236}">
                <a16:creationId xmlns:a16="http://schemas.microsoft.com/office/drawing/2014/main" id="{88CF5DE6-5A4B-0EFD-11DC-36852DDAC5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134391" y="4348655"/>
            <a:ext cx="2788755" cy="1508671"/>
          </a:xfrm>
          <a:prstGeom prst="rect">
            <a:avLst/>
          </a:prstGeom>
          <a:noFill/>
          <a:ln w="31750" cap="sq">
            <a:solidFill>
              <a:srgbClr val="FFFFFF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4" name="Picture 2" descr="Anthropic's Claude 3.5 Sonnet is a ...">
            <a:extLst>
              <a:ext uri="{FF2B5EF4-FFF2-40B4-BE49-F238E27FC236}">
                <a16:creationId xmlns:a16="http://schemas.microsoft.com/office/drawing/2014/main" id="{E05DD07A-0FF2-2A64-0EAB-2AF45A2475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062265" y="2674665"/>
            <a:ext cx="2933006" cy="1508671"/>
          </a:xfrm>
          <a:prstGeom prst="rect">
            <a:avLst/>
          </a:prstGeom>
          <a:noFill/>
          <a:ln w="31750" cap="sq">
            <a:solidFill>
              <a:srgbClr val="FFFFFF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AF3829-ECA1-F748-E61F-6FC62F9A5E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82050" y="2475145"/>
            <a:ext cx="6649829" cy="3409259"/>
          </a:xfrm>
        </p:spPr>
        <p:txBody>
          <a:bodyPr>
            <a:normAutofit/>
          </a:bodyPr>
          <a:lstStyle/>
          <a:p>
            <a:r>
              <a:rPr lang="en-US" altLang="ko-KR"/>
              <a:t>Agent Mode </a:t>
            </a:r>
            <a:r>
              <a:rPr lang="ko-KR" altLang="en-US"/>
              <a:t>가 등장</a:t>
            </a:r>
            <a:endParaRPr lang="en-US" altLang="ko-KR"/>
          </a:p>
          <a:p>
            <a:r>
              <a:rPr lang="en-US" altLang="ko-KR"/>
              <a:t>Cursor, </a:t>
            </a:r>
            <a:r>
              <a:rPr lang="en-US" altLang="ko-KR" err="1"/>
              <a:t>Github</a:t>
            </a:r>
            <a:r>
              <a:rPr lang="en-US" altLang="ko-KR"/>
              <a:t> Copilot</a:t>
            </a:r>
            <a:r>
              <a:rPr lang="ko-KR" altLang="en-US"/>
              <a:t>의 </a:t>
            </a:r>
            <a:r>
              <a:rPr lang="en-US" altLang="ko-KR"/>
              <a:t>Agent Mode</a:t>
            </a:r>
          </a:p>
          <a:p>
            <a:r>
              <a:rPr lang="en-US" altLang="ko-KR"/>
              <a:t>Claude Code</a:t>
            </a:r>
            <a:r>
              <a:rPr lang="ko-KR" altLang="en-US"/>
              <a:t> 가 구독 사용자에게 개방</a:t>
            </a:r>
            <a:endParaRPr lang="en-US" altLang="ko-KR"/>
          </a:p>
          <a:p>
            <a:endParaRPr lang="en-US" altLang="ko-KR"/>
          </a:p>
          <a:p>
            <a:pPr marL="0" indent="0">
              <a:buNone/>
            </a:pPr>
            <a:r>
              <a:rPr lang="en-US" altLang="ko-KR"/>
              <a:t>‘</a:t>
            </a:r>
            <a:r>
              <a:rPr lang="ko-KR" altLang="en-US"/>
              <a:t>질문</a:t>
            </a:r>
            <a:r>
              <a:rPr lang="en-US" altLang="ko-KR"/>
              <a:t>’</a:t>
            </a:r>
            <a:r>
              <a:rPr lang="ko-KR" altLang="en-US"/>
              <a:t> 을 잘 </a:t>
            </a:r>
            <a:r>
              <a:rPr lang="ko-KR" altLang="en-US" err="1"/>
              <a:t>하는것</a:t>
            </a:r>
            <a:r>
              <a:rPr lang="ko-KR" altLang="en-US"/>
              <a:t> </a:t>
            </a:r>
            <a:r>
              <a:rPr lang="en-US" altLang="ko-KR"/>
              <a:t>&lt;&gt;</a:t>
            </a:r>
            <a:r>
              <a:rPr lang="ko-KR" altLang="en-US"/>
              <a:t>  </a:t>
            </a:r>
            <a:r>
              <a:rPr lang="en-US" altLang="ko-KR"/>
              <a:t>‘</a:t>
            </a:r>
            <a:r>
              <a:rPr lang="ko-KR" altLang="en-US"/>
              <a:t>실행</a:t>
            </a:r>
            <a:r>
              <a:rPr lang="en-US" altLang="ko-KR"/>
              <a:t>’</a:t>
            </a:r>
            <a:r>
              <a:rPr lang="ko-KR" altLang="en-US"/>
              <a:t> 을 잘 </a:t>
            </a:r>
            <a:r>
              <a:rPr lang="ko-KR" altLang="en-US" err="1"/>
              <a:t>하는것</a:t>
            </a:r>
            <a:endParaRPr lang="en-US" altLang="ko-KR"/>
          </a:p>
          <a:p>
            <a:pPr marL="0" indent="0">
              <a:buNone/>
            </a:pPr>
            <a:endParaRPr lang="en-US" altLang="ko-KR"/>
          </a:p>
          <a:p>
            <a:pPr marL="0" indent="0">
              <a:buNone/>
            </a:pPr>
            <a:r>
              <a:rPr lang="ko-KR" altLang="en-US"/>
              <a:t>문맥 기반으로 좋은 실행을 하는 것</a:t>
            </a: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8420784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2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2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A12F70-D55D-A8BD-B1EC-E9912356D7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0D1B2A"/>
                </a:solidFill>
                <a:latin typeface="+mj-ea"/>
                <a:cs typeface="Georgia" pitchFamily="34" charset="-120"/>
              </a:rPr>
              <a:t>MCP</a:t>
            </a:r>
            <a:r>
              <a:rPr lang="ko-KR" altLang="en-US">
                <a:solidFill>
                  <a:srgbClr val="0D1B2A"/>
                </a:solidFill>
                <a:latin typeface="+mj-ea"/>
                <a:cs typeface="Georgia" pitchFamily="34" charset="-120"/>
              </a:rPr>
              <a:t> </a:t>
            </a:r>
            <a:r>
              <a:rPr lang="en-US" altLang="ko-KR">
                <a:solidFill>
                  <a:srgbClr val="0D1B2A"/>
                </a:solidFill>
                <a:latin typeface="+mj-ea"/>
                <a:cs typeface="Georgia" pitchFamily="34" charset="-120"/>
              </a:rPr>
              <a:t>–</a:t>
            </a:r>
            <a:r>
              <a:rPr lang="ko-KR" altLang="en-US">
                <a:solidFill>
                  <a:srgbClr val="0D1B2A"/>
                </a:solidFill>
                <a:latin typeface="+mj-ea"/>
                <a:cs typeface="Georgia" pitchFamily="34" charset="-120"/>
              </a:rPr>
              <a:t>에이전트의 </a:t>
            </a:r>
            <a:r>
              <a:rPr lang="en-US" altLang="ko-KR">
                <a:solidFill>
                  <a:srgbClr val="0D1B2A"/>
                </a:solidFill>
                <a:latin typeface="+mj-ea"/>
                <a:cs typeface="Georgia" pitchFamily="34" charset="-120"/>
              </a:rPr>
              <a:t>HTTP</a:t>
            </a:r>
            <a:r>
              <a:rPr lang="ko-KR" altLang="en-US">
                <a:solidFill>
                  <a:srgbClr val="0D1B2A"/>
                </a:solidFill>
                <a:latin typeface="+mj-ea"/>
                <a:cs typeface="Georgia" pitchFamily="34" charset="-120"/>
              </a:rPr>
              <a:t>급 범용성 </a:t>
            </a:r>
            <a:r>
              <a:rPr lang="en-US" altLang="ko-KR">
                <a:solidFill>
                  <a:srgbClr val="0D1B2A"/>
                </a:solidFill>
                <a:latin typeface="+mj-ea"/>
                <a:cs typeface="Georgia" pitchFamily="34" charset="-120"/>
              </a:rPr>
              <a:t>(2024)</a:t>
            </a:r>
            <a:endParaRPr lang="en-KR">
              <a:latin typeface="+mj-ea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E7BD1C-67CB-E897-BB89-A95A5896BE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KR"/>
              <a:t>M x N </a:t>
            </a:r>
            <a:r>
              <a:rPr lang="ko-KR" altLang="en-US"/>
              <a:t>문제</a:t>
            </a:r>
            <a:br>
              <a:rPr lang="en-KR" altLang="ko-KR"/>
            </a:br>
            <a:r>
              <a:rPr lang="ko-KR" altLang="en-US"/>
              <a:t>저는 </a:t>
            </a:r>
            <a:r>
              <a:rPr lang="en-US" altLang="ko-KR"/>
              <a:t>Cursor, Claude Code, Cline, Copilot </a:t>
            </a:r>
            <a:r>
              <a:rPr lang="ko-KR" altLang="en-US" err="1"/>
              <a:t>를</a:t>
            </a:r>
            <a:r>
              <a:rPr lang="ko-KR" altLang="en-US"/>
              <a:t> 쓰고 도구는 </a:t>
            </a:r>
            <a:r>
              <a:rPr lang="en-US" altLang="ko-KR"/>
              <a:t>10</a:t>
            </a:r>
            <a:r>
              <a:rPr lang="ko-KR" altLang="en-US"/>
              <a:t>개를 씁니다</a:t>
            </a:r>
            <a:br>
              <a:rPr lang="en-US" altLang="ko-KR"/>
            </a:br>
            <a:r>
              <a:rPr lang="ko-KR" altLang="en-US"/>
              <a:t>구현해야 하는 연동 코드 수는</a:t>
            </a:r>
            <a:r>
              <a:rPr lang="en-US" altLang="ko-KR"/>
              <a:t>?</a:t>
            </a:r>
          </a:p>
          <a:p>
            <a:endParaRPr lang="en-US" altLang="ko-KR"/>
          </a:p>
          <a:p>
            <a:r>
              <a:rPr lang="ko-KR" altLang="en-US"/>
              <a:t>표준 연결</a:t>
            </a:r>
            <a:r>
              <a:rPr lang="en-US" altLang="ko-KR"/>
              <a:t>,</a:t>
            </a:r>
            <a:r>
              <a:rPr lang="ko-KR" altLang="en-US"/>
              <a:t> 조합</a:t>
            </a:r>
            <a:endParaRPr lang="en-US" altLang="ko-KR"/>
          </a:p>
          <a:p>
            <a:r>
              <a:rPr lang="ko-KR" altLang="en-US"/>
              <a:t>브라우저</a:t>
            </a:r>
            <a:r>
              <a:rPr lang="en-US" altLang="ko-KR"/>
              <a:t>,</a:t>
            </a:r>
            <a:r>
              <a:rPr lang="ko-KR" altLang="en-US"/>
              <a:t> 생각 정리 등</a:t>
            </a:r>
            <a:endParaRPr lang="en-US" altLang="ko-KR"/>
          </a:p>
        </p:txBody>
      </p:sp>
      <p:pic>
        <p:nvPicPr>
          <p:cNvPr id="7" name="그림 6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3BC0615-425F-F883-6505-FD8BF9DC61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2089" y="3453064"/>
            <a:ext cx="6849911" cy="3428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3588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1C97DA-94C9-1588-329A-4DE3A3D861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스킬과 </a:t>
            </a:r>
            <a:r>
              <a:rPr lang="ko-KR" altLang="en-US" err="1"/>
              <a:t>서브에이전트</a:t>
            </a:r>
            <a:r>
              <a:rPr lang="ko-KR" altLang="en-US"/>
              <a:t> </a:t>
            </a:r>
            <a:r>
              <a:rPr lang="en-US" altLang="ko-KR"/>
              <a:t>– </a:t>
            </a:r>
            <a:r>
              <a:rPr lang="ko-KR" altLang="en-US"/>
              <a:t>에이전트 팀의 시대 </a:t>
            </a:r>
            <a:r>
              <a:rPr lang="en-US" altLang="ko-KR"/>
              <a:t>(2025)</a:t>
            </a:r>
            <a:endParaRPr lang="en-K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2505B8-1D64-ED51-BB4B-10845E0337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스킬 </a:t>
            </a:r>
            <a:r>
              <a:rPr lang="en-US" altLang="ko-KR"/>
              <a:t>–</a:t>
            </a:r>
            <a:r>
              <a:rPr lang="ko-KR" altLang="en-US"/>
              <a:t> 매뉴얼 인덱스 폴더</a:t>
            </a:r>
            <a:r>
              <a:rPr lang="en-US" altLang="ko-KR"/>
              <a:t>,</a:t>
            </a:r>
            <a:r>
              <a:rPr lang="ko-KR" altLang="en-US"/>
              <a:t> 스크립트 패키지</a:t>
            </a:r>
            <a:endParaRPr lang="en-US" altLang="ko-KR"/>
          </a:p>
          <a:p>
            <a:r>
              <a:rPr lang="ko-KR" altLang="en-US"/>
              <a:t>서브 에이전트 </a:t>
            </a:r>
            <a:r>
              <a:rPr lang="en-US" altLang="ko-KR"/>
              <a:t>–</a:t>
            </a:r>
            <a:r>
              <a:rPr lang="ko-KR" altLang="en-US"/>
              <a:t> 매뉴얼 읽어서 이거 해와</a:t>
            </a:r>
            <a:endParaRPr lang="en-KR" altLang="ko-KR"/>
          </a:p>
          <a:p>
            <a:endParaRPr lang="en-KR" altLang="ko-KR"/>
          </a:p>
          <a:p>
            <a:r>
              <a:rPr lang="ko-KR" altLang="en-US"/>
              <a:t>계획 </a:t>
            </a:r>
            <a:r>
              <a:rPr lang="en-US" altLang="ko-KR"/>
              <a:t>–</a:t>
            </a:r>
            <a:r>
              <a:rPr lang="ko-KR" altLang="en-US"/>
              <a:t> 탐색 </a:t>
            </a:r>
            <a:r>
              <a:rPr lang="en-US" altLang="ko-KR"/>
              <a:t>–</a:t>
            </a:r>
            <a:r>
              <a:rPr lang="ko-KR" altLang="en-US"/>
              <a:t> 구현 </a:t>
            </a:r>
            <a:r>
              <a:rPr lang="en-US" altLang="ko-KR"/>
              <a:t>–</a:t>
            </a:r>
            <a:r>
              <a:rPr lang="ko-KR" altLang="en-US"/>
              <a:t> 테스트</a:t>
            </a:r>
            <a:endParaRPr lang="en-US" altLang="ko-KR"/>
          </a:p>
          <a:p>
            <a:pPr marL="228600" lvl="1" indent="0">
              <a:buNone/>
            </a:pPr>
            <a:r>
              <a:rPr lang="ko-KR" altLang="en-US"/>
              <a:t>개발자의 워크플로우가 그대로 구현됨</a:t>
            </a: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5236823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68B34E-3239-AB74-70C9-8FE2FB0C02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964692"/>
            <a:ext cx="7729728" cy="1188720"/>
          </a:xfrm>
        </p:spPr>
        <p:txBody>
          <a:bodyPr>
            <a:normAutofit/>
          </a:bodyPr>
          <a:lstStyle/>
          <a:p>
            <a:r>
              <a:rPr lang="ko-KR" altLang="en-US"/>
              <a:t>프롬프트 중심의 변화 </a:t>
            </a:r>
            <a:r>
              <a:rPr lang="en-US" altLang="ko-KR"/>
              <a:t>– </a:t>
            </a:r>
            <a:r>
              <a:rPr lang="ko-KR" altLang="en-US"/>
              <a:t>구현 </a:t>
            </a:r>
            <a:r>
              <a:rPr lang="en-US" altLang="ko-KR"/>
              <a:t>vs </a:t>
            </a:r>
            <a:r>
              <a:rPr lang="ko-KR" altLang="en-US"/>
              <a:t>문제</a:t>
            </a:r>
            <a:endParaRPr lang="en-KR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FD192D0-E9D9-566A-6FC8-C2DD4561775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67130702"/>
              </p:ext>
            </p:extLst>
          </p:nvPr>
        </p:nvGraphicFramePr>
        <p:xfrm>
          <a:off x="965200" y="2638425"/>
          <a:ext cx="10261600" cy="310774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40432501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A533FC-AF1B-A2CA-7E62-E652ADD5A5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4167985-D6E9-40FF-97C0-4B6D373E85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68" y="640080"/>
            <a:ext cx="10911865" cy="4626864"/>
          </a:xfrm>
          <a:prstGeom prst="rect">
            <a:avLst/>
          </a:prstGeom>
          <a:noFill/>
          <a:ln w="317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8801362-349C-44BE-BEF6-8E926E1D38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6196" y="804672"/>
            <a:ext cx="10579608" cy="4297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E246768-927F-371A-A6BA-5ACBF50683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2729" y="1289303"/>
            <a:ext cx="9638443" cy="3339303"/>
          </a:xfrm>
          <a:ln>
            <a:noFill/>
          </a:ln>
        </p:spPr>
        <p:txBody>
          <a:bodyPr vert="horz" lIns="274320" tIns="182880" rIns="274320" bIns="182880" rtlCol="0" anchor="ctr" anchorCtr="1">
            <a:normAutofit/>
          </a:bodyPr>
          <a:lstStyle/>
          <a:p>
            <a:r>
              <a:rPr lang="en-US" altLang="ko-KR" sz="5000"/>
              <a:t>4</a:t>
            </a:r>
            <a:r>
              <a:rPr lang="ko-KR" altLang="en-US" sz="5000" kern="1200" cap="all" spc="200" baseline="0">
                <a:solidFill>
                  <a:srgbClr val="262626"/>
                </a:solidFill>
                <a:latin typeface="+mj-lt"/>
                <a:ea typeface="+mj-ea"/>
                <a:cs typeface="+mj-cs"/>
              </a:rPr>
              <a:t>장 결론</a:t>
            </a:r>
            <a:endParaRPr lang="en-US" sz="5000" kern="1200" cap="all" spc="200" baseline="0">
              <a:solidFill>
                <a:srgbClr val="262626"/>
              </a:solidFill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89629332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E1C786-87B6-01A7-B96F-98C67E8C17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주니어와 시니어의 </a:t>
            </a:r>
            <a:r>
              <a:rPr lang="en-US" altLang="ko-KR"/>
              <a:t>AI </a:t>
            </a:r>
            <a:r>
              <a:rPr lang="ko-KR" altLang="en-US"/>
              <a:t>사용</a:t>
            </a:r>
            <a:endParaRPr lang="en-K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B71C7B-2758-FB76-DF51-E8CD465244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76492" y="2997695"/>
            <a:ext cx="3856018" cy="431305"/>
          </a:xfrm>
        </p:spPr>
        <p:txBody>
          <a:bodyPr>
            <a:normAutofit/>
          </a:bodyPr>
          <a:lstStyle/>
          <a:p>
            <a:r>
              <a:rPr lang="en-KR"/>
              <a:t>A</a:t>
            </a:r>
            <a:r>
              <a:rPr lang="en-US"/>
              <a:t>I</a:t>
            </a:r>
            <a:r>
              <a:rPr lang="ko-KR" altLang="en-US" err="1"/>
              <a:t>를</a:t>
            </a:r>
            <a:r>
              <a:rPr lang="ko-KR" altLang="en-US"/>
              <a:t> 잘 써서 코드를 잘 쓴다</a:t>
            </a:r>
            <a:endParaRPr lang="en-KR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2E94977D-A192-B9D8-125C-C897BD40C0EE}"/>
              </a:ext>
            </a:extLst>
          </p:cNvPr>
          <p:cNvSpPr txBox="1">
            <a:spLocks/>
          </p:cNvSpPr>
          <p:nvPr/>
        </p:nvSpPr>
        <p:spPr>
          <a:xfrm>
            <a:off x="5486309" y="3429000"/>
            <a:ext cx="4604562" cy="227164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31286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431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735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82775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err="1"/>
              <a:t>비가역적인</a:t>
            </a:r>
            <a:r>
              <a:rPr lang="ko-KR" altLang="en-US"/>
              <a:t> 위협을 인지한다</a:t>
            </a:r>
            <a:endParaRPr lang="en-KR"/>
          </a:p>
          <a:p>
            <a:r>
              <a:rPr lang="ko-KR" altLang="en-US"/>
              <a:t>프로젝트의 설계 의도를 안다</a:t>
            </a:r>
            <a:endParaRPr lang="en-US" altLang="ko-KR"/>
          </a:p>
          <a:p>
            <a:r>
              <a:rPr lang="ko-KR" altLang="en-US"/>
              <a:t>어떤 문맥이 참고되어야 하는지 안다</a:t>
            </a:r>
            <a:endParaRPr lang="en-US" altLang="ko-KR"/>
          </a:p>
          <a:p>
            <a:r>
              <a:rPr lang="ko-KR" altLang="en-US"/>
              <a:t>자신 영역 외의 워크플로우를 안다</a:t>
            </a:r>
            <a:endParaRPr lang="en-US" altLang="ko-KR"/>
          </a:p>
          <a:p>
            <a:r>
              <a:rPr lang="ko-KR" altLang="en-US"/>
              <a:t>어떻게 하면 실패하는지 안다</a:t>
            </a:r>
            <a:endParaRPr lang="en-US" altLang="ko-KR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123D50D-ABBE-A231-507D-BBB295455A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7416" y="2669225"/>
            <a:ext cx="1930400" cy="16256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1B9E4D5-BC03-91D3-32CD-ADDE360ED5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32360" y="3771067"/>
            <a:ext cx="1054100" cy="1181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08026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8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C0BD3F-938E-E3E3-CDA3-A20DB95D30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405829"/>
            <a:ext cx="7729728" cy="1188720"/>
          </a:xfrm>
        </p:spPr>
        <p:txBody>
          <a:bodyPr/>
          <a:lstStyle/>
          <a:p>
            <a:r>
              <a:rPr lang="ko-KR" altLang="en-US"/>
              <a:t>우리는 무엇을 하는 사람인가요</a:t>
            </a:r>
            <a:endParaRPr lang="en-K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1077AE-EB63-B9A4-A970-8542EB6EE0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93109" y="1967154"/>
            <a:ext cx="3070329" cy="3814127"/>
          </a:xfrm>
        </p:spPr>
        <p:txBody>
          <a:bodyPr>
            <a:normAutofit fontScale="92500" lnSpcReduction="10000"/>
          </a:bodyPr>
          <a:lstStyle/>
          <a:p>
            <a:r>
              <a:rPr lang="ko-KR" altLang="en-US"/>
              <a:t>기능 개발 및 코딩</a:t>
            </a:r>
          </a:p>
          <a:p>
            <a:r>
              <a:rPr lang="ko-KR" altLang="en-US"/>
              <a:t>버그 디버깅 및 수정</a:t>
            </a:r>
          </a:p>
          <a:p>
            <a:r>
              <a:rPr lang="ko-KR" altLang="en-US"/>
              <a:t>코드 리뷰</a:t>
            </a:r>
          </a:p>
          <a:p>
            <a:r>
              <a:rPr lang="ko-KR" altLang="en-US"/>
              <a:t>테스트 작성</a:t>
            </a:r>
          </a:p>
          <a:p>
            <a:r>
              <a:rPr lang="ko-KR" altLang="en-US"/>
              <a:t>시스템 설계 및 아키텍처</a:t>
            </a:r>
          </a:p>
          <a:p>
            <a:r>
              <a:rPr lang="ko-KR" altLang="en-US"/>
              <a:t>배포 및 </a:t>
            </a:r>
            <a:r>
              <a:rPr lang="en-US"/>
              <a:t>CI/CD </a:t>
            </a:r>
            <a:r>
              <a:rPr lang="ko-KR" altLang="en-US"/>
              <a:t>관리</a:t>
            </a:r>
          </a:p>
          <a:p>
            <a:r>
              <a:rPr lang="ko-KR" altLang="en-US"/>
              <a:t>성능 최적화 및 </a:t>
            </a:r>
            <a:r>
              <a:rPr lang="ko-KR" altLang="en-US" err="1"/>
              <a:t>리팩터링</a:t>
            </a:r>
            <a:endParaRPr lang="ko-KR" altLang="en-US"/>
          </a:p>
          <a:p>
            <a:r>
              <a:rPr lang="ko-KR" altLang="en-US"/>
              <a:t>문서화</a:t>
            </a:r>
          </a:p>
          <a:p>
            <a:r>
              <a:rPr lang="ko-KR" altLang="en-US"/>
              <a:t>요구사항 분석 및 기획 협업</a:t>
            </a:r>
          </a:p>
          <a:p>
            <a:r>
              <a:rPr lang="ko-KR" altLang="en-US"/>
              <a:t>신기술 리서치 및 학습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0E4EE1F-B2B2-16AF-D110-DE3A1DC6F108}"/>
              </a:ext>
            </a:extLst>
          </p:cNvPr>
          <p:cNvSpPr txBox="1">
            <a:spLocks/>
          </p:cNvSpPr>
          <p:nvPr/>
        </p:nvSpPr>
        <p:spPr>
          <a:xfrm>
            <a:off x="347826" y="1870092"/>
            <a:ext cx="3857910" cy="42122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31286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431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735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82775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/>
              <a:t>요구사항 협의 및 범위 조율</a:t>
            </a:r>
          </a:p>
          <a:p>
            <a:r>
              <a:rPr lang="ko-KR" altLang="en-US"/>
              <a:t>기술 방향 논의 및 의사결정</a:t>
            </a:r>
          </a:p>
          <a:p>
            <a:r>
              <a:rPr lang="ko-KR" altLang="en-US"/>
              <a:t>타 팀 의존성 조율</a:t>
            </a:r>
            <a:endParaRPr lang="en-US" altLang="ko-KR"/>
          </a:p>
          <a:p>
            <a:r>
              <a:rPr lang="ko-KR" altLang="en-US"/>
              <a:t>이슈 상황 보고</a:t>
            </a:r>
            <a:endParaRPr lang="en-US" altLang="ko-KR"/>
          </a:p>
          <a:p>
            <a:r>
              <a:rPr lang="en-US"/>
              <a:t>API </a:t>
            </a:r>
            <a:r>
              <a:rPr lang="ko-KR" altLang="en-US"/>
              <a:t>명세 작성 및 유지</a:t>
            </a:r>
          </a:p>
          <a:p>
            <a:r>
              <a:rPr lang="ko-KR" altLang="en-US"/>
              <a:t>기술 설계 문서 </a:t>
            </a:r>
            <a:r>
              <a:rPr lang="en-US" altLang="ko-KR"/>
              <a:t>(</a:t>
            </a:r>
            <a:r>
              <a:rPr lang="en-US"/>
              <a:t>TDD, ADR)</a:t>
            </a:r>
          </a:p>
          <a:p>
            <a:r>
              <a:rPr lang="ko-KR" altLang="en-US" err="1"/>
              <a:t>온보딩</a:t>
            </a:r>
            <a:r>
              <a:rPr lang="ko-KR" altLang="en-US"/>
              <a:t> 가이드</a:t>
            </a:r>
          </a:p>
          <a:p>
            <a:r>
              <a:rPr lang="ko-KR" altLang="en-US"/>
              <a:t>장애 사후 보고서 </a:t>
            </a:r>
            <a:r>
              <a:rPr lang="en-US" altLang="ko-KR"/>
              <a:t>(</a:t>
            </a:r>
            <a:r>
              <a:rPr lang="en-US"/>
              <a:t>Post-mortem)</a:t>
            </a:r>
          </a:p>
          <a:p>
            <a:r>
              <a:rPr lang="ko-KR" altLang="en-US"/>
              <a:t>의사결정 근거 기록</a:t>
            </a:r>
          </a:p>
          <a:p>
            <a:endParaRPr lang="ko-KR" altLang="en-US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9D7EE6CD-F00E-8137-951F-7A8EA2E9B5EC}"/>
              </a:ext>
            </a:extLst>
          </p:cNvPr>
          <p:cNvSpPr txBox="1">
            <a:spLocks/>
          </p:cNvSpPr>
          <p:nvPr/>
        </p:nvSpPr>
        <p:spPr>
          <a:xfrm>
            <a:off x="7700516" y="1870091"/>
            <a:ext cx="3554927" cy="42122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31286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431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735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82775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dirty="0"/>
              <a:t>기술 부채 식별 및 우선순위화</a:t>
            </a:r>
          </a:p>
          <a:p>
            <a:r>
              <a:rPr lang="ko-KR" altLang="en-US" dirty="0"/>
              <a:t>보안 취약점 점검</a:t>
            </a:r>
          </a:p>
          <a:p>
            <a:r>
              <a:rPr lang="ko-KR" altLang="en-US" dirty="0"/>
              <a:t>장애 대응 및 롤백 계획</a:t>
            </a:r>
          </a:p>
          <a:p>
            <a:r>
              <a:rPr lang="ko-KR" altLang="en-US" dirty="0"/>
              <a:t>의존성 버전 관리</a:t>
            </a:r>
          </a:p>
          <a:p>
            <a:r>
              <a:rPr lang="en-US" dirty="0"/>
              <a:t>SPOF </a:t>
            </a:r>
            <a:r>
              <a:rPr lang="ko-KR" altLang="en-US" dirty="0"/>
              <a:t>파악 및 이중화 검토</a:t>
            </a:r>
          </a:p>
          <a:p>
            <a:r>
              <a:rPr lang="ko-KR" altLang="en-US" dirty="0"/>
              <a:t>모니터링 및 알람 설정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81D22C3F-D5E0-822A-8959-E5BE2A6232E5}"/>
              </a:ext>
            </a:extLst>
          </p:cNvPr>
          <p:cNvSpPr txBox="1">
            <a:spLocks/>
          </p:cNvSpPr>
          <p:nvPr/>
        </p:nvSpPr>
        <p:spPr>
          <a:xfrm>
            <a:off x="7363438" y="5751765"/>
            <a:ext cx="6359787" cy="105935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31286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431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735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82775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dirty="0"/>
              <a:t>"</a:t>
            </a:r>
            <a:r>
              <a:rPr lang="ko-KR" altLang="en-US" dirty="0"/>
              <a:t>에이전트 엔지니어링은 시니어에게 불균형적으로 유리</a:t>
            </a:r>
            <a:r>
              <a:rPr lang="en-US" altLang="ko-KR" dirty="0"/>
              <a:t>”</a:t>
            </a:r>
          </a:p>
          <a:p>
            <a:pPr marL="0" indent="0">
              <a:buNone/>
            </a:pPr>
            <a:r>
              <a:rPr lang="en-US" dirty="0"/>
              <a:t>Addy Osmani — "Agentic Engineering＂</a:t>
            </a:r>
            <a:r>
              <a:rPr lang="ko-KR" altLang="en-US" dirty="0"/>
              <a:t> </a:t>
            </a:r>
            <a:r>
              <a:rPr lang="en-US" altLang="ko-KR" dirty="0"/>
              <a:t>(https://addyosmani.com/blog/agentic-engineering)</a:t>
            </a:r>
            <a:endParaRPr lang="en-KR" dirty="0"/>
          </a:p>
        </p:txBody>
      </p:sp>
    </p:spTree>
    <p:extLst>
      <p:ext uri="{BB962C8B-B14F-4D97-AF65-F5344CB8AC3E}">
        <p14:creationId xmlns:p14="http://schemas.microsoft.com/office/powerpoint/2010/main" val="11243355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  <p:bldP spid="9" grpId="0"/>
      <p:bldP spid="11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7B5E7A-A33E-5C82-0B12-DBC526D5D6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AI</a:t>
            </a:r>
            <a:r>
              <a:rPr lang="ko-KR" altLang="en-US"/>
              <a:t>가 주는 이점의 본질</a:t>
            </a:r>
            <a:endParaRPr lang="en-K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149F85-DE46-5F97-0507-FB5E897EB8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ko-KR" altLang="en-US"/>
              <a:t>행동 </a:t>
            </a:r>
            <a:r>
              <a:rPr lang="en-US" altLang="ko-KR"/>
              <a:t>(Act)</a:t>
            </a:r>
            <a:r>
              <a:rPr lang="ko-KR" altLang="en-US"/>
              <a:t> </a:t>
            </a:r>
            <a:r>
              <a:rPr lang="ko-KR" altLang="en-US" err="1"/>
              <a:t>를</a:t>
            </a:r>
            <a:r>
              <a:rPr lang="ko-KR" altLang="en-US"/>
              <a:t> 빠르게</a:t>
            </a:r>
            <a:endParaRPr lang="en-US" altLang="ko-KR"/>
          </a:p>
          <a:p>
            <a:r>
              <a:rPr lang="ko-KR" altLang="en-US"/>
              <a:t>행동의 문맥을 판단하기</a:t>
            </a:r>
            <a:endParaRPr lang="en-US" altLang="ko-KR"/>
          </a:p>
          <a:p>
            <a:endParaRPr lang="en-US" altLang="ko-KR"/>
          </a:p>
          <a:p>
            <a:r>
              <a:rPr lang="ko-KR" altLang="en-US"/>
              <a:t>개발이 </a:t>
            </a:r>
            <a:r>
              <a:rPr lang="ko-KR" altLang="en-US" err="1"/>
              <a:t>쉽다보다</a:t>
            </a:r>
            <a:r>
              <a:rPr lang="ko-KR" altLang="en-US"/>
              <a:t> 내가 생각하고 </a:t>
            </a:r>
            <a:r>
              <a:rPr lang="ko-KR" altLang="en-US" err="1"/>
              <a:t>계획한것에</a:t>
            </a:r>
            <a:r>
              <a:rPr lang="ko-KR" altLang="en-US"/>
              <a:t> 속도를 </a:t>
            </a:r>
            <a:r>
              <a:rPr lang="ko-KR" altLang="en-US" err="1"/>
              <a:t>붙이는것</a:t>
            </a:r>
            <a:endParaRPr lang="en-US" altLang="ko-KR"/>
          </a:p>
          <a:p>
            <a:r>
              <a:rPr lang="ko-KR" altLang="en-US"/>
              <a:t>총알 </a:t>
            </a:r>
            <a:r>
              <a:rPr lang="en-US" altLang="ko-KR"/>
              <a:t>–</a:t>
            </a:r>
            <a:r>
              <a:rPr lang="ko-KR" altLang="en-US"/>
              <a:t> 예광탄</a:t>
            </a:r>
            <a:r>
              <a:rPr lang="en-US" altLang="ko-KR"/>
              <a:t>,</a:t>
            </a:r>
            <a:r>
              <a:rPr lang="ko-KR" altLang="en-US"/>
              <a:t> 탄도학</a:t>
            </a:r>
            <a:endParaRPr lang="en-US" altLang="ko-KR"/>
          </a:p>
          <a:p>
            <a:r>
              <a:rPr lang="ko-KR" altLang="en-US"/>
              <a:t>대륙간 탄도미사일 </a:t>
            </a:r>
            <a:r>
              <a:rPr lang="en-US" altLang="ko-KR"/>
              <a:t>–</a:t>
            </a:r>
            <a:r>
              <a:rPr lang="ko-KR" altLang="en-US"/>
              <a:t> 정밀 모니터링</a:t>
            </a:r>
            <a:r>
              <a:rPr lang="en-US" altLang="ko-KR"/>
              <a:t>,</a:t>
            </a:r>
            <a:r>
              <a:rPr lang="ko-KR" altLang="en-US"/>
              <a:t> 피드백</a:t>
            </a:r>
            <a:endParaRPr lang="en-US" altLang="ko-KR"/>
          </a:p>
          <a:p>
            <a:endParaRPr lang="en-US" altLang="ko-KR"/>
          </a:p>
          <a:p>
            <a:r>
              <a:rPr lang="ko-KR" altLang="en-US"/>
              <a:t>개발에만 한정되었을까</a:t>
            </a:r>
            <a:r>
              <a:rPr lang="en-US" altLang="ko-KR"/>
              <a:t>?</a:t>
            </a:r>
          </a:p>
          <a:p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36359720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84167985-D6E9-40FF-97C0-4B6D373E85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68" y="640080"/>
            <a:ext cx="10911865" cy="4626864"/>
          </a:xfrm>
          <a:prstGeom prst="rect">
            <a:avLst/>
          </a:prstGeom>
          <a:noFill/>
          <a:ln w="317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8801362-349C-44BE-BEF6-8E926E1D38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6196" y="804672"/>
            <a:ext cx="10579608" cy="4297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D7CF334-C7D1-4945-A904-0B4AD57EF1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2729" y="1289303"/>
            <a:ext cx="9638443" cy="3339303"/>
          </a:xfrm>
          <a:ln>
            <a:noFill/>
          </a:ln>
        </p:spPr>
        <p:txBody>
          <a:bodyPr vert="horz" lIns="274320" tIns="182880" rIns="274320" bIns="182880" rtlCol="0" anchor="ctr" anchorCtr="1">
            <a:normAutofit/>
          </a:bodyPr>
          <a:lstStyle/>
          <a:p>
            <a:r>
              <a:rPr lang="en-US" sz="5000" kern="1200" cap="all" spc="200" baseline="0">
                <a:solidFill>
                  <a:srgbClr val="262626"/>
                </a:solidFill>
                <a:latin typeface="+mj-lt"/>
                <a:ea typeface="+mj-ea"/>
                <a:cs typeface="+mj-cs"/>
              </a:rPr>
              <a:t>Q&amp;A</a:t>
            </a:r>
          </a:p>
        </p:txBody>
      </p:sp>
    </p:spTree>
    <p:extLst>
      <p:ext uri="{BB962C8B-B14F-4D97-AF65-F5344CB8AC3E}">
        <p14:creationId xmlns:p14="http://schemas.microsoft.com/office/powerpoint/2010/main" val="421365900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D31130-9F4E-46C3-7370-E0A90DD4AB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9479" y="359597"/>
            <a:ext cx="9257015" cy="2671280"/>
          </a:xfrm>
        </p:spPr>
        <p:txBody>
          <a:bodyPr>
            <a:normAutofit/>
          </a:bodyPr>
          <a:lstStyle/>
          <a:p>
            <a:pPr lvl="0"/>
            <a:r>
              <a:rPr lang="ko-KR" altLang="en-US" sz="3200"/>
              <a:t>절찬리</a:t>
            </a:r>
            <a:br>
              <a:rPr lang="en-US" altLang="ko-KR" sz="8000"/>
            </a:br>
            <a:r>
              <a:rPr lang="ko-KR" altLang="en-US" sz="8000" err="1"/>
              <a:t>구직중입니다</a:t>
            </a:r>
            <a:endParaRPr lang="en-US" sz="8000"/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9A73D3FF-B096-A71B-3A7B-A84926A5939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08989319"/>
              </p:ext>
            </p:extLst>
          </p:nvPr>
        </p:nvGraphicFramePr>
        <p:xfrm>
          <a:off x="965200" y="3234327"/>
          <a:ext cx="10261600" cy="310774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8" name="Picture 7" descr="A qr code with a lion head&#10;&#10;AI-generated content may be incorrect.">
            <a:extLst>
              <a:ext uri="{FF2B5EF4-FFF2-40B4-BE49-F238E27FC236}">
                <a16:creationId xmlns:a16="http://schemas.microsoft.com/office/drawing/2014/main" id="{73D96501-0E8F-17E8-7C49-9D75144FCCE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47916" y="3583112"/>
            <a:ext cx="2387886" cy="2387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13061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mph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theme/theme1.xml><?xml version="1.0" encoding="utf-8"?>
<a:theme xmlns:a="http://schemas.openxmlformats.org/drawingml/2006/main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Parcel</Template>
  <TotalTime>0</TotalTime>
  <Words>992</Words>
  <Application>Microsoft Office PowerPoint</Application>
  <PresentationFormat>와이드스크린</PresentationFormat>
  <Paragraphs>166</Paragraphs>
  <Slides>25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25</vt:i4>
      </vt:variant>
    </vt:vector>
  </HeadingPairs>
  <TitlesOfParts>
    <vt:vector size="31" baseType="lpstr">
      <vt:lpstr>Aptos</vt:lpstr>
      <vt:lpstr>Arial</vt:lpstr>
      <vt:lpstr>Calibri</vt:lpstr>
      <vt:lpstr>Georgia</vt:lpstr>
      <vt:lpstr>Gill Sans MT</vt:lpstr>
      <vt:lpstr>Parcel</vt:lpstr>
      <vt:lpstr>자동완성에서 에이전트까지</vt:lpstr>
      <vt:lpstr>저는요</vt:lpstr>
      <vt:lpstr>목차</vt:lpstr>
      <vt:lpstr>1장 코드 써주세요</vt:lpstr>
      <vt:lpstr>코드 자동완성의 시대 (2021)</vt:lpstr>
      <vt:lpstr>GPT-3.5의 등장, 사람은 클립보드 서버 (2023)</vt:lpstr>
      <vt:lpstr>2023년 AI 도구별 사용률</vt:lpstr>
      <vt:lpstr>클립보드 시대의 한계와 새로운 워크플로우</vt:lpstr>
      <vt:lpstr>2장 이 안에서 구현해주세요</vt:lpstr>
      <vt:lpstr>코드 – 프로젝트가 프롬프트 (2024)</vt:lpstr>
      <vt:lpstr>프롬프트의 구조화</vt:lpstr>
      <vt:lpstr>묵직한 프롬프트 = 비용</vt:lpstr>
      <vt:lpstr>규칙 파일의 등장 (2024)</vt:lpstr>
      <vt:lpstr>AI가 작성한 코드의 채택률과 신뢰도</vt:lpstr>
      <vt:lpstr>3장 이 문제를 해결해주세요</vt:lpstr>
      <vt:lpstr>코드 에이전트의 대중화 (2025)</vt:lpstr>
      <vt:lpstr>MCP –에이전트의 HTTP급 범용성 (2024)</vt:lpstr>
      <vt:lpstr>스킬과 서브에이전트 – 에이전트 팀의 시대 (2025)</vt:lpstr>
      <vt:lpstr>프롬프트 중심의 변화 – 구현 vs 문제</vt:lpstr>
      <vt:lpstr>4장 결론</vt:lpstr>
      <vt:lpstr>주니어와 시니어의 AI 사용</vt:lpstr>
      <vt:lpstr>우리는 무엇을 하는 사람인가요</vt:lpstr>
      <vt:lpstr>AI가 주는 이점의 본질</vt:lpstr>
      <vt:lpstr>Q&amp;A</vt:lpstr>
      <vt:lpstr>절찬리 구직중입니다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영민 김</dc:creator>
  <cp:lastModifiedBy>영민 김</cp:lastModifiedBy>
  <cp:revision>1</cp:revision>
  <dcterms:created xsi:type="dcterms:W3CDTF">2026-02-24T01:30:57Z</dcterms:created>
  <dcterms:modified xsi:type="dcterms:W3CDTF">2026-02-26T13:02:32Z</dcterms:modified>
</cp:coreProperties>
</file>